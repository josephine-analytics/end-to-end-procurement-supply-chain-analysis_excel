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7" r:id="rId1"/>
  </p:sldMasterIdLst>
  <p:sldIdLst>
    <p:sldId id="256" r:id="rId2"/>
    <p:sldId id="276" r:id="rId3"/>
    <p:sldId id="257" r:id="rId4"/>
    <p:sldId id="259" r:id="rId5"/>
    <p:sldId id="260" r:id="rId6"/>
    <p:sldId id="261" r:id="rId7"/>
    <p:sldId id="258" r:id="rId8"/>
    <p:sldId id="262" r:id="rId9"/>
    <p:sldId id="263" r:id="rId10"/>
    <p:sldId id="264" r:id="rId11"/>
    <p:sldId id="265" r:id="rId12"/>
    <p:sldId id="266" r:id="rId13"/>
    <p:sldId id="267" r:id="rId14"/>
    <p:sldId id="268" r:id="rId15"/>
    <p:sldId id="269" r:id="rId16"/>
    <p:sldId id="270" r:id="rId17"/>
    <p:sldId id="271" r:id="rId18"/>
    <p:sldId id="274" r:id="rId19"/>
    <p:sldId id="272" r:id="rId20"/>
    <p:sldId id="273"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C6E50F-1BD1-4AB8-B6EA-CC8910033C4C}" v="289" dt="2026-01-02T14:08:38.1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934" y="6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ine Namyalo" userId="b54732b8d39f16a4" providerId="LiveId" clId="{9816C7CB-CF67-4865-9C31-1E8D18BA76E1}"/>
    <pc:docChg chg="undo custSel addSld delSld modSld modMainMaster">
      <pc:chgData name="Josephine Namyalo" userId="b54732b8d39f16a4" providerId="LiveId" clId="{9816C7CB-CF67-4865-9C31-1E8D18BA76E1}" dt="2026-01-02T14:12:14.238" v="1426" actId="14100"/>
      <pc:docMkLst>
        <pc:docMk/>
      </pc:docMkLst>
      <pc:sldChg chg="addSp delSp modSp mod modTransition setBg addAnim delAnim">
        <pc:chgData name="Josephine Namyalo" userId="b54732b8d39f16a4" providerId="LiveId" clId="{9816C7CB-CF67-4865-9C31-1E8D18BA76E1}" dt="2026-01-02T12:14:19.329" v="1392" actId="1076"/>
        <pc:sldMkLst>
          <pc:docMk/>
          <pc:sldMk cId="1374836198" sldId="256"/>
        </pc:sldMkLst>
        <pc:spChg chg="mod ord">
          <ac:chgData name="Josephine Namyalo" userId="b54732b8d39f16a4" providerId="LiveId" clId="{9816C7CB-CF67-4865-9C31-1E8D18BA76E1}" dt="2026-01-02T12:14:19.329" v="1392" actId="1076"/>
          <ac:spMkLst>
            <pc:docMk/>
            <pc:sldMk cId="1374836198" sldId="256"/>
            <ac:spMk id="3" creationId="{F07F30A6-E6AE-0C2C-72C0-318EC5C642B2}"/>
          </ac:spMkLst>
        </pc:spChg>
        <pc:spChg chg="mod">
          <ac:chgData name="Josephine Namyalo" userId="b54732b8d39f16a4" providerId="LiveId" clId="{9816C7CB-CF67-4865-9C31-1E8D18BA76E1}" dt="2026-01-02T12:14:04.867" v="1391" actId="255"/>
          <ac:spMkLst>
            <pc:docMk/>
            <pc:sldMk cId="1374836198" sldId="256"/>
            <ac:spMk id="4" creationId="{C2624D29-9B88-6916-18E1-9E036F89DD0B}"/>
          </ac:spMkLst>
        </pc:spChg>
        <pc:spChg chg="mod">
          <ac:chgData name="Josephine Namyalo" userId="b54732b8d39f16a4" providerId="LiveId" clId="{9816C7CB-CF67-4865-9C31-1E8D18BA76E1}" dt="2026-01-02T12:13:16.090" v="1386" actId="1076"/>
          <ac:spMkLst>
            <pc:docMk/>
            <pc:sldMk cId="1374836198" sldId="256"/>
            <ac:spMk id="8" creationId="{0B3F9693-3886-C21D-5297-6F51F64535D2}"/>
          </ac:spMkLst>
        </pc:spChg>
        <pc:spChg chg="add del">
          <ac:chgData name="Josephine Namyalo" userId="b54732b8d39f16a4" providerId="LiveId" clId="{9816C7CB-CF67-4865-9C31-1E8D18BA76E1}" dt="2026-01-01T22:57:44.080" v="1313" actId="26606"/>
          <ac:spMkLst>
            <pc:docMk/>
            <pc:sldMk cId="1374836198" sldId="256"/>
            <ac:spMk id="13" creationId="{1A3C89F8-0D2F-47FF-B903-151248265F47}"/>
          </ac:spMkLst>
        </pc:spChg>
        <pc:spChg chg="add del">
          <ac:chgData name="Josephine Namyalo" userId="b54732b8d39f16a4" providerId="LiveId" clId="{9816C7CB-CF67-4865-9C31-1E8D18BA76E1}" dt="2026-01-01T22:57:44.080" v="1313" actId="26606"/>
          <ac:spMkLst>
            <pc:docMk/>
            <pc:sldMk cId="1374836198" sldId="256"/>
            <ac:spMk id="15" creationId="{C5CB530E-515E-412C-9DF1-5F8FFBD6F383}"/>
          </ac:spMkLst>
        </pc:spChg>
        <pc:spChg chg="add del">
          <ac:chgData name="Josephine Namyalo" userId="b54732b8d39f16a4" providerId="LiveId" clId="{9816C7CB-CF67-4865-9C31-1E8D18BA76E1}" dt="2026-01-01T22:57:44.080" v="1313" actId="26606"/>
          <ac:spMkLst>
            <pc:docMk/>
            <pc:sldMk cId="1374836198" sldId="256"/>
            <ac:spMk id="17" creationId="{712D4376-A578-4FF1-94FC-245E7A6A489F}"/>
          </ac:spMkLst>
        </pc:spChg>
        <pc:spChg chg="add del">
          <ac:chgData name="Josephine Namyalo" userId="b54732b8d39f16a4" providerId="LiveId" clId="{9816C7CB-CF67-4865-9C31-1E8D18BA76E1}" dt="2026-01-01T22:57:44.080" v="1313" actId="26606"/>
          <ac:spMkLst>
            <pc:docMk/>
            <pc:sldMk cId="1374836198" sldId="256"/>
            <ac:spMk id="19" creationId="{AEA7509D-F04F-40CB-A0B3-EEF16499CC9F}"/>
          </ac:spMkLst>
        </pc:spChg>
        <pc:spChg chg="add del">
          <ac:chgData name="Josephine Namyalo" userId="b54732b8d39f16a4" providerId="LiveId" clId="{9816C7CB-CF67-4865-9C31-1E8D18BA76E1}" dt="2026-01-01T22:57:44.080" v="1313" actId="26606"/>
          <ac:spMkLst>
            <pc:docMk/>
            <pc:sldMk cId="1374836198" sldId="256"/>
            <ac:spMk id="23" creationId="{508BEF50-7B1E-49A4-BC19-5F4F1D755E64}"/>
          </ac:spMkLst>
        </pc:spChg>
        <pc:spChg chg="add del">
          <ac:chgData name="Josephine Namyalo" userId="b54732b8d39f16a4" providerId="LiveId" clId="{9816C7CB-CF67-4865-9C31-1E8D18BA76E1}" dt="2026-01-01T22:57:44.080" v="1313" actId="26606"/>
          <ac:spMkLst>
            <pc:docMk/>
            <pc:sldMk cId="1374836198" sldId="256"/>
            <ac:spMk id="25" creationId="{3FBAD350-5664-4811-A208-657FB882D350}"/>
          </ac:spMkLst>
        </pc:spChg>
        <pc:spChg chg="add del">
          <ac:chgData name="Josephine Namyalo" userId="b54732b8d39f16a4" providerId="LiveId" clId="{9816C7CB-CF67-4865-9C31-1E8D18BA76E1}" dt="2026-01-01T22:57:44.080" v="1313" actId="26606"/>
          <ac:spMkLst>
            <pc:docMk/>
            <pc:sldMk cId="1374836198" sldId="256"/>
            <ac:spMk id="27" creationId="{C39ADB8F-D187-49D7-BDCF-C1B6DC727068}"/>
          </ac:spMkLst>
        </pc:spChg>
        <pc:spChg chg="add del">
          <ac:chgData name="Josephine Namyalo" userId="b54732b8d39f16a4" providerId="LiveId" clId="{9816C7CB-CF67-4865-9C31-1E8D18BA76E1}" dt="2026-01-01T22:59:58.882" v="1329" actId="26606"/>
          <ac:spMkLst>
            <pc:docMk/>
            <pc:sldMk cId="1374836198" sldId="256"/>
            <ac:spMk id="29" creationId="{A8DB9CD9-59B1-4D73-BC4C-98796A48EF9B}"/>
          </ac:spMkLst>
        </pc:spChg>
        <pc:spChg chg="add del">
          <ac:chgData name="Josephine Namyalo" userId="b54732b8d39f16a4" providerId="LiveId" clId="{9816C7CB-CF67-4865-9C31-1E8D18BA76E1}" dt="2026-01-01T22:59:58.882" v="1329" actId="26606"/>
          <ac:spMkLst>
            <pc:docMk/>
            <pc:sldMk cId="1374836198" sldId="256"/>
            <ac:spMk id="30" creationId="{8874A6A9-41FF-4E33-AFA8-F9F81436A59E}"/>
          </ac:spMkLst>
        </pc:spChg>
        <pc:spChg chg="add del">
          <ac:chgData name="Josephine Namyalo" userId="b54732b8d39f16a4" providerId="LiveId" clId="{9816C7CB-CF67-4865-9C31-1E8D18BA76E1}" dt="2026-01-01T22:59:28.220" v="1320" actId="26606"/>
          <ac:spMkLst>
            <pc:docMk/>
            <pc:sldMk cId="1374836198" sldId="256"/>
            <ac:spMk id="39" creationId="{1EADCAF8-8823-4E89-8612-21029831A4B2}"/>
          </ac:spMkLst>
        </pc:spChg>
        <pc:spChg chg="add del">
          <ac:chgData name="Josephine Namyalo" userId="b54732b8d39f16a4" providerId="LiveId" clId="{9816C7CB-CF67-4865-9C31-1E8D18BA76E1}" dt="2026-01-01T22:59:28.220" v="1320" actId="26606"/>
          <ac:spMkLst>
            <pc:docMk/>
            <pc:sldMk cId="1374836198" sldId="256"/>
            <ac:spMk id="41" creationId="{28CA07B2-0819-4B62-9425-7A52BBDD7070}"/>
          </ac:spMkLst>
        </pc:spChg>
        <pc:spChg chg="add del">
          <ac:chgData name="Josephine Namyalo" userId="b54732b8d39f16a4" providerId="LiveId" clId="{9816C7CB-CF67-4865-9C31-1E8D18BA76E1}" dt="2026-01-01T22:59:56.360" v="1324" actId="26606"/>
          <ac:spMkLst>
            <pc:docMk/>
            <pc:sldMk cId="1374836198" sldId="256"/>
            <ac:spMk id="56" creationId="{73A25D70-4A55-4F72-B9C5-A69CDBF4DB42}"/>
          </ac:spMkLst>
        </pc:spChg>
        <pc:spChg chg="add del">
          <ac:chgData name="Josephine Namyalo" userId="b54732b8d39f16a4" providerId="LiveId" clId="{9816C7CB-CF67-4865-9C31-1E8D18BA76E1}" dt="2026-01-01T22:59:56.360" v="1324" actId="26606"/>
          <ac:spMkLst>
            <pc:docMk/>
            <pc:sldMk cId="1374836198" sldId="256"/>
            <ac:spMk id="57" creationId="{54957100-6D8B-4161-9F2F-C0A949EC84C4}"/>
          </ac:spMkLst>
        </pc:spChg>
        <pc:spChg chg="add del">
          <ac:chgData name="Josephine Namyalo" userId="b54732b8d39f16a4" providerId="LiveId" clId="{9816C7CB-CF67-4865-9C31-1E8D18BA76E1}" dt="2026-01-01T22:59:56.360" v="1324" actId="26606"/>
          <ac:spMkLst>
            <pc:docMk/>
            <pc:sldMk cId="1374836198" sldId="256"/>
            <ac:spMk id="58" creationId="{0BD8B065-EE51-4AE2-A94C-86249998FD7B}"/>
          </ac:spMkLst>
        </pc:spChg>
        <pc:grpChg chg="add del">
          <ac:chgData name="Josephine Namyalo" userId="b54732b8d39f16a4" providerId="LiveId" clId="{9816C7CB-CF67-4865-9C31-1E8D18BA76E1}" dt="2026-01-01T22:59:58.882" v="1329" actId="26606"/>
          <ac:grpSpMkLst>
            <pc:docMk/>
            <pc:sldMk cId="1374836198" sldId="256"/>
            <ac:grpSpMk id="31" creationId="{721D730E-1F97-4071-B143-B05E6D2599BC}"/>
          </ac:grpSpMkLst>
        </pc:grpChg>
        <pc:grpChg chg="add del">
          <ac:chgData name="Josephine Namyalo" userId="b54732b8d39f16a4" providerId="LiveId" clId="{9816C7CB-CF67-4865-9C31-1E8D18BA76E1}" dt="2026-01-01T22:59:28.220" v="1320" actId="26606"/>
          <ac:grpSpMkLst>
            <pc:docMk/>
            <pc:sldMk cId="1374836198" sldId="256"/>
            <ac:grpSpMk id="43" creationId="{DA02BEE4-A5D4-40AF-882D-49D34B086FFF}"/>
          </ac:grpSpMkLst>
        </pc:grpChg>
        <pc:grpChg chg="add del">
          <ac:chgData name="Josephine Namyalo" userId="b54732b8d39f16a4" providerId="LiveId" clId="{9816C7CB-CF67-4865-9C31-1E8D18BA76E1}" dt="2026-01-01T22:59:56.360" v="1324" actId="26606"/>
          <ac:grpSpMkLst>
            <pc:docMk/>
            <pc:sldMk cId="1374836198" sldId="256"/>
            <ac:grpSpMk id="51" creationId="{761945C4-D997-42F3-B59A-984CF0066715}"/>
          </ac:grpSpMkLst>
        </pc:grpChg>
        <pc:grpChg chg="add del">
          <ac:chgData name="Josephine Namyalo" userId="b54732b8d39f16a4" providerId="LiveId" clId="{9816C7CB-CF67-4865-9C31-1E8D18BA76E1}" dt="2026-01-01T22:59:56.360" v="1324" actId="26606"/>
          <ac:grpSpMkLst>
            <pc:docMk/>
            <pc:sldMk cId="1374836198" sldId="256"/>
            <ac:grpSpMk id="59" creationId="{18999293-B054-4B57-A26F-D04C2BB11338}"/>
          </ac:grpSpMkLst>
        </pc:grpChg>
      </pc:sldChg>
      <pc:sldChg chg="addSp delSp modSp mod modTransition">
        <pc:chgData name="Josephine Namyalo" userId="b54732b8d39f16a4" providerId="LiveId" clId="{9816C7CB-CF67-4865-9C31-1E8D18BA76E1}" dt="2026-01-02T11:36:21.954" v="1371" actId="1076"/>
        <pc:sldMkLst>
          <pc:docMk/>
          <pc:sldMk cId="2298556429" sldId="257"/>
        </pc:sldMkLst>
        <pc:spChg chg="mod">
          <ac:chgData name="Josephine Namyalo" userId="b54732b8d39f16a4" providerId="LiveId" clId="{9816C7CB-CF67-4865-9C31-1E8D18BA76E1}" dt="2026-01-02T11:36:01.180" v="1369" actId="1076"/>
          <ac:spMkLst>
            <pc:docMk/>
            <pc:sldMk cId="2298556429" sldId="257"/>
            <ac:spMk id="2" creationId="{05AECDE5-9207-B145-0AE1-B87B3212DAB2}"/>
          </ac:spMkLst>
        </pc:spChg>
        <pc:spChg chg="add del mod">
          <ac:chgData name="Josephine Namyalo" userId="b54732b8d39f16a4" providerId="LiveId" clId="{9816C7CB-CF67-4865-9C31-1E8D18BA76E1}" dt="2025-12-30T14:04:53.620" v="8" actId="14100"/>
          <ac:spMkLst>
            <pc:docMk/>
            <pc:sldMk cId="2298556429" sldId="257"/>
            <ac:spMk id="3" creationId="{06F88E3D-A856-4463-CF0E-0CAD19DEE6A9}"/>
          </ac:spMkLst>
        </pc:spChg>
        <pc:spChg chg="add del mod">
          <ac:chgData name="Josephine Namyalo" userId="b54732b8d39f16a4" providerId="LiveId" clId="{9816C7CB-CF67-4865-9C31-1E8D18BA76E1}" dt="2026-01-02T11:36:21.954" v="1371" actId="1076"/>
          <ac:spMkLst>
            <pc:docMk/>
            <pc:sldMk cId="2298556429" sldId="257"/>
            <ac:spMk id="5" creationId="{51966807-AA7B-9F41-67FB-210FE96C9FFA}"/>
          </ac:spMkLst>
        </pc:spChg>
      </pc:sldChg>
      <pc:sldChg chg="modSp mod">
        <pc:chgData name="Josephine Namyalo" userId="b54732b8d39f16a4" providerId="LiveId" clId="{9816C7CB-CF67-4865-9C31-1E8D18BA76E1}" dt="2026-01-01T21:34:44.118" v="542" actId="255"/>
        <pc:sldMkLst>
          <pc:docMk/>
          <pc:sldMk cId="4189429817" sldId="258"/>
        </pc:sldMkLst>
        <pc:spChg chg="mod">
          <ac:chgData name="Josephine Namyalo" userId="b54732b8d39f16a4" providerId="LiveId" clId="{9816C7CB-CF67-4865-9C31-1E8D18BA76E1}" dt="2026-01-01T21:34:44.118" v="542" actId="255"/>
          <ac:spMkLst>
            <pc:docMk/>
            <pc:sldMk cId="4189429817" sldId="258"/>
            <ac:spMk id="4" creationId="{68170633-240D-9EAA-147A-84664DB7003B}"/>
          </ac:spMkLst>
        </pc:spChg>
      </pc:sldChg>
      <pc:sldChg chg="addSp delSp modSp new mod">
        <pc:chgData name="Josephine Namyalo" userId="b54732b8d39f16a4" providerId="LiveId" clId="{9816C7CB-CF67-4865-9C31-1E8D18BA76E1}" dt="2026-01-01T21:23:55.333" v="449" actId="20577"/>
        <pc:sldMkLst>
          <pc:docMk/>
          <pc:sldMk cId="1627458353" sldId="259"/>
        </pc:sldMkLst>
        <pc:spChg chg="add mod">
          <ac:chgData name="Josephine Namyalo" userId="b54732b8d39f16a4" providerId="LiveId" clId="{9816C7CB-CF67-4865-9C31-1E8D18BA76E1}" dt="2026-01-01T21:23:55.333" v="449" actId="20577"/>
          <ac:spMkLst>
            <pc:docMk/>
            <pc:sldMk cId="1627458353" sldId="259"/>
            <ac:spMk id="3" creationId="{2B4E8BD2-37D5-8DD2-4778-DA6C70DFA356}"/>
          </ac:spMkLst>
        </pc:spChg>
      </pc:sldChg>
      <pc:sldChg chg="addSp delSp modSp new mod">
        <pc:chgData name="Josephine Namyalo" userId="b54732b8d39f16a4" providerId="LiveId" clId="{9816C7CB-CF67-4865-9C31-1E8D18BA76E1}" dt="2025-12-30T18:24:52.162" v="168" actId="14100"/>
        <pc:sldMkLst>
          <pc:docMk/>
          <pc:sldMk cId="3045467956" sldId="260"/>
        </pc:sldMkLst>
        <pc:spChg chg="add mod">
          <ac:chgData name="Josephine Namyalo" userId="b54732b8d39f16a4" providerId="LiveId" clId="{9816C7CB-CF67-4865-9C31-1E8D18BA76E1}" dt="2025-12-30T18:24:52.162" v="168" actId="14100"/>
          <ac:spMkLst>
            <pc:docMk/>
            <pc:sldMk cId="3045467956" sldId="260"/>
            <ac:spMk id="4" creationId="{EF8943CB-5285-DD0C-4BC9-B1AFDB0CB147}"/>
          </ac:spMkLst>
        </pc:spChg>
      </pc:sldChg>
      <pc:sldChg chg="addSp modSp new mod">
        <pc:chgData name="Josephine Namyalo" userId="b54732b8d39f16a4" providerId="LiveId" clId="{9816C7CB-CF67-4865-9C31-1E8D18BA76E1}" dt="2026-01-02T11:22:42.181" v="1353" actId="313"/>
        <pc:sldMkLst>
          <pc:docMk/>
          <pc:sldMk cId="774859778" sldId="261"/>
        </pc:sldMkLst>
        <pc:spChg chg="add mod">
          <ac:chgData name="Josephine Namyalo" userId="b54732b8d39f16a4" providerId="LiveId" clId="{9816C7CB-CF67-4865-9C31-1E8D18BA76E1}" dt="2026-01-01T12:25:47.844" v="440" actId="20577"/>
          <ac:spMkLst>
            <pc:docMk/>
            <pc:sldMk cId="774859778" sldId="261"/>
            <ac:spMk id="2" creationId="{3C941CAB-E5C1-CA19-FB0D-A69BAAC93194}"/>
          </ac:spMkLst>
        </pc:spChg>
        <pc:spChg chg="add mod">
          <ac:chgData name="Josephine Namyalo" userId="b54732b8d39f16a4" providerId="LiveId" clId="{9816C7CB-CF67-4865-9C31-1E8D18BA76E1}" dt="2026-01-02T11:22:42.181" v="1353" actId="313"/>
          <ac:spMkLst>
            <pc:docMk/>
            <pc:sldMk cId="774859778" sldId="261"/>
            <ac:spMk id="4" creationId="{67DD518B-4A5C-C29E-9675-57B902C22F05}"/>
          </ac:spMkLst>
        </pc:spChg>
      </pc:sldChg>
      <pc:sldChg chg="addSp modSp new mod">
        <pc:chgData name="Josephine Namyalo" userId="b54732b8d39f16a4" providerId="LiveId" clId="{9816C7CB-CF67-4865-9C31-1E8D18BA76E1}" dt="2026-01-01T21:47:52.312" v="925"/>
        <pc:sldMkLst>
          <pc:docMk/>
          <pc:sldMk cId="2086510483" sldId="262"/>
        </pc:sldMkLst>
        <pc:spChg chg="add mod">
          <ac:chgData name="Josephine Namyalo" userId="b54732b8d39f16a4" providerId="LiveId" clId="{9816C7CB-CF67-4865-9C31-1E8D18BA76E1}" dt="2026-01-01T21:47:52.312" v="925"/>
          <ac:spMkLst>
            <pc:docMk/>
            <pc:sldMk cId="2086510483" sldId="262"/>
            <ac:spMk id="2" creationId="{0FFA528D-E36B-B5B6-0AAA-2EEB9D6E5B74}"/>
          </ac:spMkLst>
        </pc:spChg>
        <pc:spChg chg="add mod">
          <ac:chgData name="Josephine Namyalo" userId="b54732b8d39f16a4" providerId="LiveId" clId="{9816C7CB-CF67-4865-9C31-1E8D18BA76E1}" dt="2025-12-30T23:08:03.593" v="197" actId="14100"/>
          <ac:spMkLst>
            <pc:docMk/>
            <pc:sldMk cId="2086510483" sldId="262"/>
            <ac:spMk id="3" creationId="{4B7AF3EC-2B2E-1A7F-8F53-7198573CFB75}"/>
          </ac:spMkLst>
        </pc:spChg>
        <pc:spChg chg="add mod">
          <ac:chgData name="Josephine Namyalo" userId="b54732b8d39f16a4" providerId="LiveId" clId="{9816C7CB-CF67-4865-9C31-1E8D18BA76E1}" dt="2026-01-01T21:47:46.931" v="924"/>
          <ac:spMkLst>
            <pc:docMk/>
            <pc:sldMk cId="2086510483" sldId="262"/>
            <ac:spMk id="8" creationId="{0F985F09-C42B-A45E-9681-D198DAE8BD81}"/>
          </ac:spMkLst>
        </pc:spChg>
      </pc:sldChg>
      <pc:sldChg chg="addSp delSp modSp new mod setBg">
        <pc:chgData name="Josephine Namyalo" userId="b54732b8d39f16a4" providerId="LiveId" clId="{9816C7CB-CF67-4865-9C31-1E8D18BA76E1}" dt="2026-01-02T14:06:56.624" v="1414" actId="14100"/>
        <pc:sldMkLst>
          <pc:docMk/>
          <pc:sldMk cId="3244709039" sldId="263"/>
        </pc:sldMkLst>
        <pc:spChg chg="add del">
          <ac:chgData name="Josephine Namyalo" userId="b54732b8d39f16a4" providerId="LiveId" clId="{9816C7CB-CF67-4865-9C31-1E8D18BA76E1}" dt="2026-01-02T14:04:33.968" v="1407" actId="26606"/>
          <ac:spMkLst>
            <pc:docMk/>
            <pc:sldMk cId="3244709039" sldId="263"/>
            <ac:spMk id="8" creationId="{6A55F051-97DE-49FF-BB21-0EDA63C246F1}"/>
          </ac:spMkLst>
        </pc:spChg>
        <pc:spChg chg="add del">
          <ac:chgData name="Josephine Namyalo" userId="b54732b8d39f16a4" providerId="LiveId" clId="{9816C7CB-CF67-4865-9C31-1E8D18BA76E1}" dt="2026-01-02T14:04:33.968" v="1407" actId="26606"/>
          <ac:spMkLst>
            <pc:docMk/>
            <pc:sldMk cId="3244709039" sldId="263"/>
            <ac:spMk id="10" creationId="{7E1612B4-AD89-404E-AE2A-48CCF1FE0538}"/>
          </ac:spMkLst>
        </pc:spChg>
        <pc:picChg chg="add del mod modCrop">
          <ac:chgData name="Josephine Namyalo" userId="b54732b8d39f16a4" providerId="LiveId" clId="{9816C7CB-CF67-4865-9C31-1E8D18BA76E1}" dt="2026-01-02T14:06:26.031" v="1410" actId="21"/>
          <ac:picMkLst>
            <pc:docMk/>
            <pc:sldMk cId="3244709039" sldId="263"/>
            <ac:picMk id="3" creationId="{C0F2CAC8-2E1A-618F-0D89-3DE264E0153C}"/>
          </ac:picMkLst>
        </pc:picChg>
        <pc:picChg chg="add mod">
          <ac:chgData name="Josephine Namyalo" userId="b54732b8d39f16a4" providerId="LiveId" clId="{9816C7CB-CF67-4865-9C31-1E8D18BA76E1}" dt="2026-01-02T14:06:56.624" v="1414" actId="14100"/>
          <ac:picMkLst>
            <pc:docMk/>
            <pc:sldMk cId="3244709039" sldId="263"/>
            <ac:picMk id="4" creationId="{92D9B5C3-76D3-9752-ECCF-A5E399E88BB1}"/>
          </ac:picMkLst>
        </pc:picChg>
      </pc:sldChg>
      <pc:sldChg chg="addSp modSp new mod">
        <pc:chgData name="Josephine Namyalo" userId="b54732b8d39f16a4" providerId="LiveId" clId="{9816C7CB-CF67-4865-9C31-1E8D18BA76E1}" dt="2026-01-01T21:48:51.183" v="929" actId="1076"/>
        <pc:sldMkLst>
          <pc:docMk/>
          <pc:sldMk cId="3551416609" sldId="264"/>
        </pc:sldMkLst>
        <pc:spChg chg="add mod">
          <ac:chgData name="Josephine Namyalo" userId="b54732b8d39f16a4" providerId="LiveId" clId="{9816C7CB-CF67-4865-9C31-1E8D18BA76E1}" dt="2026-01-01T21:48:45.116" v="928" actId="1076"/>
          <ac:spMkLst>
            <pc:docMk/>
            <pc:sldMk cId="3551416609" sldId="264"/>
            <ac:spMk id="2" creationId="{4D1C8BB4-F1EB-F124-B6F2-79D179BD1239}"/>
          </ac:spMkLst>
        </pc:spChg>
        <pc:spChg chg="add mod">
          <ac:chgData name="Josephine Namyalo" userId="b54732b8d39f16a4" providerId="LiveId" clId="{9816C7CB-CF67-4865-9C31-1E8D18BA76E1}" dt="2025-12-30T23:29:10.099" v="223" actId="14100"/>
          <ac:spMkLst>
            <pc:docMk/>
            <pc:sldMk cId="3551416609" sldId="264"/>
            <ac:spMk id="3" creationId="{A0CCC980-ACB0-BB3F-BE36-160C5D58F7DA}"/>
          </ac:spMkLst>
        </pc:spChg>
        <pc:spChg chg="add mod">
          <ac:chgData name="Josephine Namyalo" userId="b54732b8d39f16a4" providerId="LiveId" clId="{9816C7CB-CF67-4865-9C31-1E8D18BA76E1}" dt="2026-01-01T21:47:23.676" v="921"/>
          <ac:spMkLst>
            <pc:docMk/>
            <pc:sldMk cId="3551416609" sldId="264"/>
            <ac:spMk id="5" creationId="{46356C40-C94B-D355-EEEE-1E7ADF634CBC}"/>
          </ac:spMkLst>
        </pc:spChg>
        <pc:spChg chg="add mod">
          <ac:chgData name="Josephine Namyalo" userId="b54732b8d39f16a4" providerId="LiveId" clId="{9816C7CB-CF67-4865-9C31-1E8D18BA76E1}" dt="2026-01-01T21:48:51.183" v="929" actId="1076"/>
          <ac:spMkLst>
            <pc:docMk/>
            <pc:sldMk cId="3551416609" sldId="264"/>
            <ac:spMk id="6" creationId="{325CEEC3-4138-5FE2-011F-9CDF156DC3FB}"/>
          </ac:spMkLst>
        </pc:spChg>
      </pc:sldChg>
      <pc:sldChg chg="addSp delSp modSp new mod">
        <pc:chgData name="Josephine Namyalo" userId="b54732b8d39f16a4" providerId="LiveId" clId="{9816C7CB-CF67-4865-9C31-1E8D18BA76E1}" dt="2026-01-02T14:08:01.503" v="1420" actId="14100"/>
        <pc:sldMkLst>
          <pc:docMk/>
          <pc:sldMk cId="1426478204" sldId="265"/>
        </pc:sldMkLst>
        <pc:picChg chg="add del mod modCrop">
          <ac:chgData name="Josephine Namyalo" userId="b54732b8d39f16a4" providerId="LiveId" clId="{9816C7CB-CF67-4865-9C31-1E8D18BA76E1}" dt="2026-01-02T14:07:11.517" v="1415" actId="21"/>
          <ac:picMkLst>
            <pc:docMk/>
            <pc:sldMk cId="1426478204" sldId="265"/>
            <ac:picMk id="3" creationId="{A81E78B1-E628-D50E-2F91-596106B56BD8}"/>
          </ac:picMkLst>
        </pc:picChg>
        <pc:picChg chg="add del mod">
          <ac:chgData name="Josephine Namyalo" userId="b54732b8d39f16a4" providerId="LiveId" clId="{9816C7CB-CF67-4865-9C31-1E8D18BA76E1}" dt="2026-01-02T14:07:41.976" v="1417" actId="21"/>
          <ac:picMkLst>
            <pc:docMk/>
            <pc:sldMk cId="1426478204" sldId="265"/>
            <ac:picMk id="4" creationId="{31614AE0-E482-D829-1ADB-7F7F32F94244}"/>
          </ac:picMkLst>
        </pc:picChg>
        <pc:picChg chg="add mod">
          <ac:chgData name="Josephine Namyalo" userId="b54732b8d39f16a4" providerId="LiveId" clId="{9816C7CB-CF67-4865-9C31-1E8D18BA76E1}" dt="2026-01-02T14:08:01.503" v="1420" actId="14100"/>
          <ac:picMkLst>
            <pc:docMk/>
            <pc:sldMk cId="1426478204" sldId="265"/>
            <ac:picMk id="6" creationId="{BFC5BFCE-8405-CE28-08BF-53A034C7F756}"/>
          </ac:picMkLst>
        </pc:picChg>
      </pc:sldChg>
      <pc:sldChg chg="addSp modSp new mod">
        <pc:chgData name="Josephine Namyalo" userId="b54732b8d39f16a4" providerId="LiveId" clId="{9816C7CB-CF67-4865-9C31-1E8D18BA76E1}" dt="2026-01-01T21:54:50.705" v="975" actId="1076"/>
        <pc:sldMkLst>
          <pc:docMk/>
          <pc:sldMk cId="4114017972" sldId="266"/>
        </pc:sldMkLst>
        <pc:spChg chg="add mod">
          <ac:chgData name="Josephine Namyalo" userId="b54732b8d39f16a4" providerId="LiveId" clId="{9816C7CB-CF67-4865-9C31-1E8D18BA76E1}" dt="2026-01-01T21:54:39.795" v="973" actId="1076"/>
          <ac:spMkLst>
            <pc:docMk/>
            <pc:sldMk cId="4114017972" sldId="266"/>
            <ac:spMk id="2" creationId="{E50C0B3F-7D20-1054-F9D3-E0DA598E1187}"/>
          </ac:spMkLst>
        </pc:spChg>
        <pc:spChg chg="add mod">
          <ac:chgData name="Josephine Namyalo" userId="b54732b8d39f16a4" providerId="LiveId" clId="{9816C7CB-CF67-4865-9C31-1E8D18BA76E1}" dt="2025-12-31T00:06:07.370" v="289" actId="1076"/>
          <ac:spMkLst>
            <pc:docMk/>
            <pc:sldMk cId="4114017972" sldId="266"/>
            <ac:spMk id="3" creationId="{A2642CCB-E99A-C0FE-E25F-0903116492DD}"/>
          </ac:spMkLst>
        </pc:spChg>
        <pc:spChg chg="add mod">
          <ac:chgData name="Josephine Namyalo" userId="b54732b8d39f16a4" providerId="LiveId" clId="{9816C7CB-CF67-4865-9C31-1E8D18BA76E1}" dt="2026-01-01T21:53:09.074" v="966"/>
          <ac:spMkLst>
            <pc:docMk/>
            <pc:sldMk cId="4114017972" sldId="266"/>
            <ac:spMk id="5" creationId="{7886B158-AECA-DDAC-3D69-29CD8832366D}"/>
          </ac:spMkLst>
        </pc:spChg>
        <pc:spChg chg="add mod">
          <ac:chgData name="Josephine Namyalo" userId="b54732b8d39f16a4" providerId="LiveId" clId="{9816C7CB-CF67-4865-9C31-1E8D18BA76E1}" dt="2026-01-01T21:54:50.705" v="975" actId="1076"/>
          <ac:spMkLst>
            <pc:docMk/>
            <pc:sldMk cId="4114017972" sldId="266"/>
            <ac:spMk id="6" creationId="{5F48955F-5EC8-8DB8-A53E-FBB1ADB66FE1}"/>
          </ac:spMkLst>
        </pc:spChg>
      </pc:sldChg>
      <pc:sldChg chg="addSp modSp new mod">
        <pc:chgData name="Josephine Namyalo" userId="b54732b8d39f16a4" providerId="LiveId" clId="{9816C7CB-CF67-4865-9C31-1E8D18BA76E1}" dt="2026-01-01T21:56:00.421" v="985" actId="14100"/>
        <pc:sldMkLst>
          <pc:docMk/>
          <pc:sldMk cId="71926905" sldId="267"/>
        </pc:sldMkLst>
        <pc:picChg chg="add mod modCrop">
          <ac:chgData name="Josephine Namyalo" userId="b54732b8d39f16a4" providerId="LiveId" clId="{9816C7CB-CF67-4865-9C31-1E8D18BA76E1}" dt="2026-01-01T21:56:00.421" v="985" actId="14100"/>
          <ac:picMkLst>
            <pc:docMk/>
            <pc:sldMk cId="71926905" sldId="267"/>
            <ac:picMk id="3" creationId="{77245440-4A46-5358-1178-6ED103F08B1D}"/>
          </ac:picMkLst>
        </pc:picChg>
      </pc:sldChg>
      <pc:sldChg chg="addSp delSp modSp new mod">
        <pc:chgData name="Josephine Namyalo" userId="b54732b8d39f16a4" providerId="LiveId" clId="{9816C7CB-CF67-4865-9C31-1E8D18BA76E1}" dt="2026-01-02T14:12:14.238" v="1426" actId="14100"/>
        <pc:sldMkLst>
          <pc:docMk/>
          <pc:sldMk cId="520603202" sldId="268"/>
        </pc:sldMkLst>
        <pc:spChg chg="add mod">
          <ac:chgData name="Josephine Namyalo" userId="b54732b8d39f16a4" providerId="LiveId" clId="{9816C7CB-CF67-4865-9C31-1E8D18BA76E1}" dt="2026-01-01T21:28:01.307" v="468" actId="14100"/>
          <ac:spMkLst>
            <pc:docMk/>
            <pc:sldMk cId="520603202" sldId="268"/>
            <ac:spMk id="2" creationId="{193FE976-14AD-D02E-D844-5C3BA3B250AB}"/>
          </ac:spMkLst>
        </pc:spChg>
        <pc:spChg chg="add mod">
          <ac:chgData name="Josephine Namyalo" userId="b54732b8d39f16a4" providerId="LiveId" clId="{9816C7CB-CF67-4865-9C31-1E8D18BA76E1}" dt="2026-01-02T14:12:14.238" v="1426" actId="14100"/>
          <ac:spMkLst>
            <pc:docMk/>
            <pc:sldMk cId="520603202" sldId="268"/>
            <ac:spMk id="3" creationId="{C69063C6-7632-967C-0CA5-BE1A342224A1}"/>
          </ac:spMkLst>
        </pc:spChg>
        <pc:spChg chg="add del mod">
          <ac:chgData name="Josephine Namyalo" userId="b54732b8d39f16a4" providerId="LiveId" clId="{9816C7CB-CF67-4865-9C31-1E8D18BA76E1}" dt="2026-01-01T21:57:05.828" v="990" actId="21"/>
          <ac:spMkLst>
            <pc:docMk/>
            <pc:sldMk cId="520603202" sldId="268"/>
            <ac:spMk id="4" creationId="{8BEDDD55-644F-8C57-8C60-D7A9EC7812CD}"/>
          </ac:spMkLst>
        </pc:spChg>
        <pc:spChg chg="add mod">
          <ac:chgData name="Josephine Namyalo" userId="b54732b8d39f16a4" providerId="LiveId" clId="{9816C7CB-CF67-4865-9C31-1E8D18BA76E1}" dt="2026-01-01T21:59:41.352" v="1020"/>
          <ac:spMkLst>
            <pc:docMk/>
            <pc:sldMk cId="520603202" sldId="268"/>
            <ac:spMk id="5" creationId="{1DA8203B-C7E0-D4E2-451F-D9B8BFD42C0B}"/>
          </ac:spMkLst>
        </pc:spChg>
        <pc:spChg chg="add mod">
          <ac:chgData name="Josephine Namyalo" userId="b54732b8d39f16a4" providerId="LiveId" clId="{9816C7CB-CF67-4865-9C31-1E8D18BA76E1}" dt="2026-01-01T21:58:22.917" v="1013" actId="1076"/>
          <ac:spMkLst>
            <pc:docMk/>
            <pc:sldMk cId="520603202" sldId="268"/>
            <ac:spMk id="6" creationId="{7183FFE9-1F0B-A883-AF7C-818F4B6688B1}"/>
          </ac:spMkLst>
        </pc:spChg>
        <pc:spChg chg="add mod">
          <ac:chgData name="Josephine Namyalo" userId="b54732b8d39f16a4" providerId="LiveId" clId="{9816C7CB-CF67-4865-9C31-1E8D18BA76E1}" dt="2026-01-01T21:59:30.554" v="1018"/>
          <ac:spMkLst>
            <pc:docMk/>
            <pc:sldMk cId="520603202" sldId="268"/>
            <ac:spMk id="8" creationId="{C0FEB6F3-97C1-6502-8C26-2366663C06C9}"/>
          </ac:spMkLst>
        </pc:spChg>
      </pc:sldChg>
      <pc:sldChg chg="addSp delSp modSp new mod">
        <pc:chgData name="Josephine Namyalo" userId="b54732b8d39f16a4" providerId="LiveId" clId="{9816C7CB-CF67-4865-9C31-1E8D18BA76E1}" dt="2026-01-02T14:08:58.887" v="1425" actId="14100"/>
        <pc:sldMkLst>
          <pc:docMk/>
          <pc:sldMk cId="1424918867" sldId="269"/>
        </pc:sldMkLst>
        <pc:picChg chg="add del mod modCrop">
          <ac:chgData name="Josephine Namyalo" userId="b54732b8d39f16a4" providerId="LiveId" clId="{9816C7CB-CF67-4865-9C31-1E8D18BA76E1}" dt="2026-01-02T14:08:49.209" v="1423" actId="21"/>
          <ac:picMkLst>
            <pc:docMk/>
            <pc:sldMk cId="1424918867" sldId="269"/>
            <ac:picMk id="3" creationId="{9A314E3D-9B0D-C66A-C1A5-16CFE9CC1E49}"/>
          </ac:picMkLst>
        </pc:picChg>
        <pc:picChg chg="add mod">
          <ac:chgData name="Josephine Namyalo" userId="b54732b8d39f16a4" providerId="LiveId" clId="{9816C7CB-CF67-4865-9C31-1E8D18BA76E1}" dt="2026-01-02T14:08:58.887" v="1425" actId="14100"/>
          <ac:picMkLst>
            <pc:docMk/>
            <pc:sldMk cId="1424918867" sldId="269"/>
            <ac:picMk id="4" creationId="{07282CEC-3C9B-3F4B-9A8D-3CE204729101}"/>
          </ac:picMkLst>
        </pc:picChg>
      </pc:sldChg>
      <pc:sldChg chg="addSp modSp new mod">
        <pc:chgData name="Josephine Namyalo" userId="b54732b8d39f16a4" providerId="LiveId" clId="{9816C7CB-CF67-4865-9C31-1E8D18BA76E1}" dt="2025-12-31T00:20:07.535" v="364" actId="5793"/>
        <pc:sldMkLst>
          <pc:docMk/>
          <pc:sldMk cId="3755943158" sldId="270"/>
        </pc:sldMkLst>
        <pc:spChg chg="add mod">
          <ac:chgData name="Josephine Namyalo" userId="b54732b8d39f16a4" providerId="LiveId" clId="{9816C7CB-CF67-4865-9C31-1E8D18BA76E1}" dt="2025-12-31T00:20:07.535" v="364" actId="5793"/>
          <ac:spMkLst>
            <pc:docMk/>
            <pc:sldMk cId="3755943158" sldId="270"/>
            <ac:spMk id="3" creationId="{8ED2A02D-E2B0-A3DE-AF8E-DE462D1628E0}"/>
          </ac:spMkLst>
        </pc:spChg>
      </pc:sldChg>
      <pc:sldChg chg="addSp modSp new mod">
        <pc:chgData name="Josephine Namyalo" userId="b54732b8d39f16a4" providerId="LiveId" clId="{9816C7CB-CF67-4865-9C31-1E8D18BA76E1}" dt="2025-12-31T00:21:39.051" v="383" actId="5793"/>
        <pc:sldMkLst>
          <pc:docMk/>
          <pc:sldMk cId="3044279642" sldId="271"/>
        </pc:sldMkLst>
        <pc:spChg chg="add mod">
          <ac:chgData name="Josephine Namyalo" userId="b54732b8d39f16a4" providerId="LiveId" clId="{9816C7CB-CF67-4865-9C31-1E8D18BA76E1}" dt="2025-12-31T00:21:39.051" v="383" actId="5793"/>
          <ac:spMkLst>
            <pc:docMk/>
            <pc:sldMk cId="3044279642" sldId="271"/>
            <ac:spMk id="3" creationId="{A9FBA777-AB09-FC57-A509-3C6E9C35A0E1}"/>
          </ac:spMkLst>
        </pc:spChg>
      </pc:sldChg>
      <pc:sldChg chg="addSp delSp modSp new mod">
        <pc:chgData name="Josephine Namyalo" userId="b54732b8d39f16a4" providerId="LiveId" clId="{9816C7CB-CF67-4865-9C31-1E8D18BA76E1}" dt="2026-01-01T22:07:26.316" v="1056" actId="1076"/>
        <pc:sldMkLst>
          <pc:docMk/>
          <pc:sldMk cId="418675895" sldId="272"/>
        </pc:sldMkLst>
        <pc:spChg chg="add mod">
          <ac:chgData name="Josephine Namyalo" userId="b54732b8d39f16a4" providerId="LiveId" clId="{9816C7CB-CF67-4865-9C31-1E8D18BA76E1}" dt="2025-12-31T00:23:21.289" v="391"/>
          <ac:spMkLst>
            <pc:docMk/>
            <pc:sldMk cId="418675895" sldId="272"/>
            <ac:spMk id="3" creationId="{859CEA07-2C6A-CB33-7828-34393F9A55E7}"/>
          </ac:spMkLst>
        </pc:spChg>
        <pc:spChg chg="add mod">
          <ac:chgData name="Josephine Namyalo" userId="b54732b8d39f16a4" providerId="LiveId" clId="{9816C7CB-CF67-4865-9C31-1E8D18BA76E1}" dt="2026-01-01T22:07:26.316" v="1056" actId="1076"/>
          <ac:spMkLst>
            <pc:docMk/>
            <pc:sldMk cId="418675895" sldId="272"/>
            <ac:spMk id="7" creationId="{8452D1E7-1D2D-BA24-E35F-061F5A089920}"/>
          </ac:spMkLst>
        </pc:spChg>
      </pc:sldChg>
      <pc:sldChg chg="addSp delSp modSp new mod">
        <pc:chgData name="Josephine Namyalo" userId="b54732b8d39f16a4" providerId="LiveId" clId="{9816C7CB-CF67-4865-9C31-1E8D18BA76E1}" dt="2026-01-01T22:32:25.773" v="1138" actId="255"/>
        <pc:sldMkLst>
          <pc:docMk/>
          <pc:sldMk cId="2282743333" sldId="273"/>
        </pc:sldMkLst>
        <pc:spChg chg="add mod">
          <ac:chgData name="Josephine Namyalo" userId="b54732b8d39f16a4" providerId="LiveId" clId="{9816C7CB-CF67-4865-9C31-1E8D18BA76E1}" dt="2026-01-01T22:32:25.773" v="1138" actId="255"/>
          <ac:spMkLst>
            <pc:docMk/>
            <pc:sldMk cId="2282743333" sldId="273"/>
            <ac:spMk id="2" creationId="{871D6698-6956-F1F8-185A-02CFBBB2ECAF}"/>
          </ac:spMkLst>
        </pc:spChg>
        <pc:spChg chg="add del mod">
          <ac:chgData name="Josephine Namyalo" userId="b54732b8d39f16a4" providerId="LiveId" clId="{9816C7CB-CF67-4865-9C31-1E8D18BA76E1}" dt="2026-01-01T12:28:51.107" v="444" actId="26606"/>
          <ac:spMkLst>
            <pc:docMk/>
            <pc:sldMk cId="2282743333" sldId="273"/>
            <ac:spMk id="3" creationId="{12E71788-4A85-9864-B5FD-00189330E7FA}"/>
          </ac:spMkLst>
        </pc:spChg>
        <pc:spChg chg="add mod">
          <ac:chgData name="Josephine Namyalo" userId="b54732b8d39f16a4" providerId="LiveId" clId="{9816C7CB-CF67-4865-9C31-1E8D18BA76E1}" dt="2025-12-31T00:28:14.347" v="428"/>
          <ac:spMkLst>
            <pc:docMk/>
            <pc:sldMk cId="2282743333" sldId="273"/>
            <ac:spMk id="5" creationId="{5051D9C5-2D3F-90D7-FC28-FCE348551D93}"/>
          </ac:spMkLst>
        </pc:spChg>
        <pc:graphicFrameChg chg="add mod">
          <ac:chgData name="Josephine Namyalo" userId="b54732b8d39f16a4" providerId="LiveId" clId="{9816C7CB-CF67-4865-9C31-1E8D18BA76E1}" dt="2026-01-01T22:08:02.187" v="1059" actId="14100"/>
          <ac:graphicFrameMkLst>
            <pc:docMk/>
            <pc:sldMk cId="2282743333" sldId="273"/>
            <ac:graphicFrameMk id="7" creationId="{8420D652-201E-070F-2C39-63137C3F5C9A}"/>
          </ac:graphicFrameMkLst>
        </pc:graphicFrameChg>
      </pc:sldChg>
      <pc:sldChg chg="addSp modSp new mod">
        <pc:chgData name="Josephine Namyalo" userId="b54732b8d39f16a4" providerId="LiveId" clId="{9816C7CB-CF67-4865-9C31-1E8D18BA76E1}" dt="2026-01-01T22:02:09.458" v="1039" actId="14100"/>
        <pc:sldMkLst>
          <pc:docMk/>
          <pc:sldMk cId="656208969" sldId="274"/>
        </pc:sldMkLst>
        <pc:picChg chg="add mod modCrop">
          <ac:chgData name="Josephine Namyalo" userId="b54732b8d39f16a4" providerId="LiveId" clId="{9816C7CB-CF67-4865-9C31-1E8D18BA76E1}" dt="2026-01-01T22:02:09.458" v="1039" actId="14100"/>
          <ac:picMkLst>
            <pc:docMk/>
            <pc:sldMk cId="656208969" sldId="274"/>
            <ac:picMk id="3" creationId="{1AA98D3E-071D-8D48-350A-9D539B4D5CE0}"/>
          </ac:picMkLst>
        </pc:picChg>
      </pc:sldChg>
      <pc:sldChg chg="addSp delSp modSp new mod modClrScheme chgLayout">
        <pc:chgData name="Josephine Namyalo" userId="b54732b8d39f16a4" providerId="LiveId" clId="{9816C7CB-CF67-4865-9C31-1E8D18BA76E1}" dt="2026-01-01T22:35:51.762" v="1236" actId="1076"/>
        <pc:sldMkLst>
          <pc:docMk/>
          <pc:sldMk cId="639110677" sldId="275"/>
        </pc:sldMkLst>
        <pc:spChg chg="add del mod ord">
          <ac:chgData name="Josephine Namyalo" userId="b54732b8d39f16a4" providerId="LiveId" clId="{9816C7CB-CF67-4865-9C31-1E8D18BA76E1}" dt="2026-01-01T22:21:39.451" v="1099" actId="21"/>
          <ac:spMkLst>
            <pc:docMk/>
            <pc:sldMk cId="639110677" sldId="275"/>
            <ac:spMk id="2" creationId="{7E15F88B-4112-1354-108C-04332EE6296C}"/>
          </ac:spMkLst>
        </pc:spChg>
        <pc:spChg chg="add del mod">
          <ac:chgData name="Josephine Namyalo" userId="b54732b8d39f16a4" providerId="LiveId" clId="{9816C7CB-CF67-4865-9C31-1E8D18BA76E1}" dt="2026-01-01T22:21:34.884" v="1098" actId="6264"/>
          <ac:spMkLst>
            <pc:docMk/>
            <pc:sldMk cId="639110677" sldId="275"/>
            <ac:spMk id="3" creationId="{B4DDC818-A650-DCED-7F73-A738DEF78975}"/>
          </ac:spMkLst>
        </pc:spChg>
        <pc:spChg chg="add del mod">
          <ac:chgData name="Josephine Namyalo" userId="b54732b8d39f16a4" providerId="LiveId" clId="{9816C7CB-CF67-4865-9C31-1E8D18BA76E1}" dt="2026-01-01T22:21:34.884" v="1098" actId="6264"/>
          <ac:spMkLst>
            <pc:docMk/>
            <pc:sldMk cId="639110677" sldId="275"/>
            <ac:spMk id="4" creationId="{4D5752C2-AE2C-C40F-9702-4A81C4B4E9D5}"/>
          </ac:spMkLst>
        </pc:spChg>
        <pc:spChg chg="add del mod ord">
          <ac:chgData name="Josephine Namyalo" userId="b54732b8d39f16a4" providerId="LiveId" clId="{9816C7CB-CF67-4865-9C31-1E8D18BA76E1}" dt="2026-01-01T22:21:47.048" v="1100" actId="700"/>
          <ac:spMkLst>
            <pc:docMk/>
            <pc:sldMk cId="639110677" sldId="275"/>
            <ac:spMk id="5" creationId="{76D16706-B235-F98A-9EF6-E63840C209D9}"/>
          </ac:spMkLst>
        </pc:spChg>
        <pc:spChg chg="add del mod">
          <ac:chgData name="Josephine Namyalo" userId="b54732b8d39f16a4" providerId="LiveId" clId="{9816C7CB-CF67-4865-9C31-1E8D18BA76E1}" dt="2026-01-01T22:21:47.048" v="1100" actId="700"/>
          <ac:spMkLst>
            <pc:docMk/>
            <pc:sldMk cId="639110677" sldId="275"/>
            <ac:spMk id="7" creationId="{7F63042D-67A0-E412-F7DA-B952237A1450}"/>
          </ac:spMkLst>
        </pc:spChg>
        <pc:spChg chg="add mod">
          <ac:chgData name="Josephine Namyalo" userId="b54732b8d39f16a4" providerId="LiveId" clId="{9816C7CB-CF67-4865-9C31-1E8D18BA76E1}" dt="2026-01-01T22:35:51.762" v="1236" actId="1076"/>
          <ac:spMkLst>
            <pc:docMk/>
            <pc:sldMk cId="639110677" sldId="275"/>
            <ac:spMk id="8" creationId="{7E15F88B-4112-1354-108C-04332EE6296C}"/>
          </ac:spMkLst>
        </pc:spChg>
        <pc:spChg chg="add del mod">
          <ac:chgData name="Josephine Namyalo" userId="b54732b8d39f16a4" providerId="LiveId" clId="{9816C7CB-CF67-4865-9C31-1E8D18BA76E1}" dt="2026-01-01T22:32:52.640" v="1210"/>
          <ac:spMkLst>
            <pc:docMk/>
            <pc:sldMk cId="639110677" sldId="275"/>
            <ac:spMk id="9" creationId="{954D202D-9C87-DB96-DEF0-1F402C99A93C}"/>
          </ac:spMkLst>
        </pc:spChg>
        <pc:spChg chg="add mod">
          <ac:chgData name="Josephine Namyalo" userId="b54732b8d39f16a4" providerId="LiveId" clId="{9816C7CB-CF67-4865-9C31-1E8D18BA76E1}" dt="2026-01-01T22:35:26.819" v="1235" actId="20577"/>
          <ac:spMkLst>
            <pc:docMk/>
            <pc:sldMk cId="639110677" sldId="275"/>
            <ac:spMk id="10" creationId="{9EBF0FA5-6381-82F3-99BD-5F5A68A24A8F}"/>
          </ac:spMkLst>
        </pc:spChg>
      </pc:sldChg>
      <pc:sldChg chg="addSp delSp modSp new del mod chgLayout">
        <pc:chgData name="Josephine Namyalo" userId="b54732b8d39f16a4" providerId="LiveId" clId="{9816C7CB-CF67-4865-9C31-1E8D18BA76E1}" dt="2026-01-01T22:36:22.269" v="1237" actId="2696"/>
        <pc:sldMkLst>
          <pc:docMk/>
          <pc:sldMk cId="2596360844" sldId="276"/>
        </pc:sldMkLst>
        <pc:spChg chg="add mod">
          <ac:chgData name="Josephine Namyalo" userId="b54732b8d39f16a4" providerId="LiveId" clId="{9816C7CB-CF67-4865-9C31-1E8D18BA76E1}" dt="2026-01-01T22:31:02.760" v="1125" actId="14100"/>
          <ac:spMkLst>
            <pc:docMk/>
            <pc:sldMk cId="2596360844" sldId="276"/>
            <ac:spMk id="2" creationId="{5EDB731E-7859-4454-69D4-BD3C7848FFA3}"/>
          </ac:spMkLst>
        </pc:spChg>
        <pc:spChg chg="add del mod">
          <ac:chgData name="Josephine Namyalo" userId="b54732b8d39f16a4" providerId="LiveId" clId="{9816C7CB-CF67-4865-9C31-1E8D18BA76E1}" dt="2026-01-01T22:31:17.513" v="1128"/>
          <ac:spMkLst>
            <pc:docMk/>
            <pc:sldMk cId="2596360844" sldId="276"/>
            <ac:spMk id="3" creationId="{1EADE3D1-135C-427C-5190-099FFD962233}"/>
          </ac:spMkLst>
        </pc:spChg>
        <pc:spChg chg="add del mod">
          <ac:chgData name="Josephine Namyalo" userId="b54732b8d39f16a4" providerId="LiveId" clId="{9816C7CB-CF67-4865-9C31-1E8D18BA76E1}" dt="2026-01-01T22:31:25.989" v="1131"/>
          <ac:spMkLst>
            <pc:docMk/>
            <pc:sldMk cId="2596360844" sldId="276"/>
            <ac:spMk id="4" creationId="{7AB34A00-F0F3-DD74-A999-892072409E9B}"/>
          </ac:spMkLst>
        </pc:spChg>
        <pc:spChg chg="add mod">
          <ac:chgData name="Josephine Namyalo" userId="b54732b8d39f16a4" providerId="LiveId" clId="{9816C7CB-CF67-4865-9C31-1E8D18BA76E1}" dt="2026-01-01T22:31:49.537" v="1134" actId="1076"/>
          <ac:spMkLst>
            <pc:docMk/>
            <pc:sldMk cId="2596360844" sldId="276"/>
            <ac:spMk id="5" creationId="{5B158B1F-4D52-C75F-D15E-DE30358908CD}"/>
          </ac:spMkLst>
        </pc:spChg>
      </pc:sldChg>
      <pc:sldChg chg="modSp new mod">
        <pc:chgData name="Josephine Namyalo" userId="b54732b8d39f16a4" providerId="LiveId" clId="{9816C7CB-CF67-4865-9C31-1E8D18BA76E1}" dt="2026-01-02T11:38:34.621" v="1379" actId="20577"/>
        <pc:sldMkLst>
          <pc:docMk/>
          <pc:sldMk cId="3437711426" sldId="276"/>
        </pc:sldMkLst>
        <pc:spChg chg="mod">
          <ac:chgData name="Josephine Namyalo" userId="b54732b8d39f16a4" providerId="LiveId" clId="{9816C7CB-CF67-4865-9C31-1E8D18BA76E1}" dt="2026-01-02T11:37:28.020" v="1375" actId="113"/>
          <ac:spMkLst>
            <pc:docMk/>
            <pc:sldMk cId="3437711426" sldId="276"/>
            <ac:spMk id="2" creationId="{58F3820A-E4A9-9E67-8ACE-BFB49E7153A1}"/>
          </ac:spMkLst>
        </pc:spChg>
        <pc:spChg chg="mod">
          <ac:chgData name="Josephine Namyalo" userId="b54732b8d39f16a4" providerId="LiveId" clId="{9816C7CB-CF67-4865-9C31-1E8D18BA76E1}" dt="2026-01-02T11:38:34.621" v="1379" actId="20577"/>
          <ac:spMkLst>
            <pc:docMk/>
            <pc:sldMk cId="3437711426" sldId="276"/>
            <ac:spMk id="3" creationId="{71A68BF6-4348-C97A-E987-3CC546B3237E}"/>
          </ac:spMkLst>
        </pc:spChg>
      </pc:sldChg>
      <pc:sldMasterChg chg="modSldLayout">
        <pc:chgData name="Josephine Namyalo" userId="b54732b8d39f16a4" providerId="LiveId" clId="{9816C7CB-CF67-4865-9C31-1E8D18BA76E1}" dt="2026-01-02T11:17:35.743" v="1339" actId="20577"/>
        <pc:sldMasterMkLst>
          <pc:docMk/>
          <pc:sldMasterMk cId="1694291044" sldId="2147483660"/>
        </pc:sldMasterMkLst>
        <pc:sldLayoutChg chg="modSp mod">
          <pc:chgData name="Josephine Namyalo" userId="b54732b8d39f16a4" providerId="LiveId" clId="{9816C7CB-CF67-4865-9C31-1E8D18BA76E1}" dt="2026-01-02T11:17:35.743" v="1339" actId="20577"/>
          <pc:sldLayoutMkLst>
            <pc:docMk/>
            <pc:sldMasterMk cId="1694291044" sldId="2147483660"/>
            <pc:sldLayoutMk cId="3068194443" sldId="2147483661"/>
          </pc:sldLayoutMkLst>
          <pc:spChg chg="mod">
            <ac:chgData name="Josephine Namyalo" userId="b54732b8d39f16a4" providerId="LiveId" clId="{9816C7CB-CF67-4865-9C31-1E8D18BA76E1}" dt="2026-01-02T11:17:35.743" v="1339" actId="20577"/>
            <ac:spMkLst>
              <pc:docMk/>
              <pc:sldMasterMk cId="1694291044" sldId="2147483660"/>
              <pc:sldLayoutMk cId="3068194443" sldId="2147483661"/>
              <ac:spMk id="6" creationId="{00000000-0000-0000-0000-000000000000}"/>
            </ac:spMkLst>
          </pc:spChg>
        </pc:sldLayoutChg>
      </pc:sldMasterChg>
      <pc:sldMasterChg chg="modSldLayout">
        <pc:chgData name="Josephine Namyalo" userId="b54732b8d39f16a4" providerId="LiveId" clId="{9816C7CB-CF67-4865-9C31-1E8D18BA76E1}" dt="2026-01-02T11:20:52.430" v="1352" actId="1076"/>
        <pc:sldMasterMkLst>
          <pc:docMk/>
          <pc:sldMasterMk cId="1218906656" sldId="2147483741"/>
        </pc:sldMasterMkLst>
        <pc:sldLayoutChg chg="addSp delSp modSp mod">
          <pc:chgData name="Josephine Namyalo" userId="b54732b8d39f16a4" providerId="LiveId" clId="{9816C7CB-CF67-4865-9C31-1E8D18BA76E1}" dt="2026-01-02T11:20:52.430" v="1352" actId="1076"/>
          <pc:sldLayoutMkLst>
            <pc:docMk/>
            <pc:sldMasterMk cId="1218906656" sldId="2147483741"/>
            <pc:sldLayoutMk cId="3714792649" sldId="2147483742"/>
          </pc:sldLayoutMkLst>
          <pc:spChg chg="add del mod">
            <ac:chgData name="Josephine Namyalo" userId="b54732b8d39f16a4" providerId="LiveId" clId="{9816C7CB-CF67-4865-9C31-1E8D18BA76E1}" dt="2026-01-02T11:20:41.757" v="1350" actId="14100"/>
            <ac:spMkLst>
              <pc:docMk/>
              <pc:sldMasterMk cId="1218906656" sldId="2147483741"/>
              <pc:sldLayoutMk cId="3714792649" sldId="2147483742"/>
              <ac:spMk id="6" creationId="{00000000-0000-0000-0000-000000000000}"/>
            </ac:spMkLst>
          </pc:spChg>
          <pc:spChg chg="add del mod">
            <ac:chgData name="Josephine Namyalo" userId="b54732b8d39f16a4" providerId="LiveId" clId="{9816C7CB-CF67-4865-9C31-1E8D18BA76E1}" dt="2026-01-02T11:20:52.430" v="1352" actId="1076"/>
            <ac:spMkLst>
              <pc:docMk/>
              <pc:sldMasterMk cId="1218906656" sldId="2147483741"/>
              <pc:sldLayoutMk cId="3714792649" sldId="2147483742"/>
              <ac:spMk id="7" creationId="{00000000-0000-0000-0000-000000000000}"/>
            </ac:spMkLst>
          </pc:spChg>
        </pc:sldLayoutChg>
      </pc:sldMasterChg>
      <pc:sldMasterChg chg="modSldLayout">
        <pc:chgData name="Josephine Namyalo" userId="b54732b8d39f16a4" providerId="LiveId" clId="{9816C7CB-CF67-4865-9C31-1E8D18BA76E1}" dt="2026-01-02T11:24:57.752" v="1354"/>
        <pc:sldMasterMkLst>
          <pc:docMk/>
          <pc:sldMasterMk cId="2090719389" sldId="2147483758"/>
        </pc:sldMasterMkLst>
        <pc:sldLayoutChg chg="addSp">
          <pc:chgData name="Josephine Namyalo" userId="b54732b8d39f16a4" providerId="LiveId" clId="{9816C7CB-CF67-4865-9C31-1E8D18BA76E1}" dt="2026-01-02T11:24:57.752" v="1354"/>
          <pc:sldLayoutMkLst>
            <pc:docMk/>
            <pc:sldMasterMk cId="2090719389" sldId="2147483758"/>
            <pc:sldLayoutMk cId="2393483227" sldId="2147483759"/>
          </pc:sldLayoutMkLst>
          <pc:spChg chg="add">
            <ac:chgData name="Josephine Namyalo" userId="b54732b8d39f16a4" providerId="LiveId" clId="{9816C7CB-CF67-4865-9C31-1E8D18BA76E1}" dt="2026-01-02T11:24:57.752" v="1354"/>
            <ac:spMkLst>
              <pc:docMk/>
              <pc:sldMasterMk cId="2090719389" sldId="2147483758"/>
              <pc:sldLayoutMk cId="2393483227" sldId="2147483759"/>
              <ac:spMk id="4" creationId="{4249B76F-615F-9E76-FB7F-2DFA1B10AECF}"/>
            </ac:spMkLst>
          </pc:spChg>
        </pc:sldLayoutChg>
      </pc:sldMasterChg>
      <pc:sldMasterChg chg="modSldLayout">
        <pc:chgData name="Josephine Namyalo" userId="b54732b8d39f16a4" providerId="LiveId" clId="{9816C7CB-CF67-4865-9C31-1E8D18BA76E1}" dt="2026-01-02T11:25:03.475" v="1355"/>
        <pc:sldMasterMkLst>
          <pc:docMk/>
          <pc:sldMasterMk cId="1184845286" sldId="2147483770"/>
        </pc:sldMasterMkLst>
        <pc:sldLayoutChg chg="addSp">
          <pc:chgData name="Josephine Namyalo" userId="b54732b8d39f16a4" providerId="LiveId" clId="{9816C7CB-CF67-4865-9C31-1E8D18BA76E1}" dt="2026-01-02T11:25:03.475" v="1355"/>
          <pc:sldLayoutMkLst>
            <pc:docMk/>
            <pc:sldMasterMk cId="1184845286" sldId="2147483770"/>
            <pc:sldLayoutMk cId="2647597327" sldId="2147483771"/>
          </pc:sldLayoutMkLst>
          <pc:spChg chg="add">
            <ac:chgData name="Josephine Namyalo" userId="b54732b8d39f16a4" providerId="LiveId" clId="{9816C7CB-CF67-4865-9C31-1E8D18BA76E1}" dt="2026-01-02T11:25:03.475" v="1355"/>
            <ac:spMkLst>
              <pc:docMk/>
              <pc:sldMasterMk cId="1184845286" sldId="2147483770"/>
              <pc:sldLayoutMk cId="2647597327" sldId="2147483771"/>
              <ac:spMk id="7" creationId="{3AFB339E-E576-BD6A-B1A6-F98CC3760A26}"/>
            </ac:spMkLst>
          </pc:spChg>
        </pc:sldLayoutChg>
      </pc:sldMasterChg>
      <pc:sldMasterChg chg="modSldLayout">
        <pc:chgData name="Josephine Namyalo" userId="b54732b8d39f16a4" providerId="LiveId" clId="{9816C7CB-CF67-4865-9C31-1E8D18BA76E1}" dt="2026-01-02T11:25:19.926" v="1357"/>
        <pc:sldMasterMkLst>
          <pc:docMk/>
          <pc:sldMasterMk cId="149854621" sldId="2147483782"/>
        </pc:sldMasterMkLst>
        <pc:sldLayoutChg chg="addSp">
          <pc:chgData name="Josephine Namyalo" userId="b54732b8d39f16a4" providerId="LiveId" clId="{9816C7CB-CF67-4865-9C31-1E8D18BA76E1}" dt="2026-01-02T11:25:19.926" v="1357"/>
          <pc:sldLayoutMkLst>
            <pc:docMk/>
            <pc:sldMasterMk cId="149854621" sldId="2147483782"/>
            <pc:sldLayoutMk cId="4078645856" sldId="2147483783"/>
          </pc:sldLayoutMkLst>
          <pc:spChg chg="add">
            <ac:chgData name="Josephine Namyalo" userId="b54732b8d39f16a4" providerId="LiveId" clId="{9816C7CB-CF67-4865-9C31-1E8D18BA76E1}" dt="2026-01-02T11:25:19.926" v="1357"/>
            <ac:spMkLst>
              <pc:docMk/>
              <pc:sldMasterMk cId="149854621" sldId="2147483782"/>
              <pc:sldLayoutMk cId="4078645856" sldId="2147483783"/>
              <ac:spMk id="8" creationId="{6B5174EC-CCCC-EAE0-94AF-E19AA32877A9}"/>
            </ac:spMkLst>
          </pc:spChg>
        </pc:sldLayoutChg>
      </pc:sldMasterChg>
      <pc:sldMasterChg chg="modSldLayout">
        <pc:chgData name="Josephine Namyalo" userId="b54732b8d39f16a4" providerId="LiveId" clId="{9816C7CB-CF67-4865-9C31-1E8D18BA76E1}" dt="2026-01-02T11:25:37.412" v="1359"/>
        <pc:sldMasterMkLst>
          <pc:docMk/>
          <pc:sldMasterMk cId="707111238" sldId="2147483799"/>
        </pc:sldMasterMkLst>
        <pc:sldLayoutChg chg="addSp">
          <pc:chgData name="Josephine Namyalo" userId="b54732b8d39f16a4" providerId="LiveId" clId="{9816C7CB-CF67-4865-9C31-1E8D18BA76E1}" dt="2026-01-02T11:25:37.412" v="1359"/>
          <pc:sldLayoutMkLst>
            <pc:docMk/>
            <pc:sldMasterMk cId="707111238" sldId="2147483799"/>
            <pc:sldLayoutMk cId="1440849573" sldId="2147483800"/>
          </pc:sldLayoutMkLst>
          <pc:spChg chg="add">
            <ac:chgData name="Josephine Namyalo" userId="b54732b8d39f16a4" providerId="LiveId" clId="{9816C7CB-CF67-4865-9C31-1E8D18BA76E1}" dt="2026-01-02T11:25:37.412" v="1359"/>
            <ac:spMkLst>
              <pc:docMk/>
              <pc:sldMasterMk cId="707111238" sldId="2147483799"/>
              <pc:sldLayoutMk cId="1440849573" sldId="2147483800"/>
              <ac:spMk id="7" creationId="{448D9F6D-6705-8290-2F0D-64FB57AC2E6F}"/>
            </ac:spMkLst>
          </pc:spChg>
        </pc:sldLayoutChg>
      </pc:sldMasterChg>
      <pc:sldMasterChg chg="modSldLayout">
        <pc:chgData name="Josephine Namyalo" userId="b54732b8d39f16a4" providerId="LiveId" clId="{9816C7CB-CF67-4865-9C31-1E8D18BA76E1}" dt="2026-01-02T11:25:49.101" v="1361"/>
        <pc:sldMasterMkLst>
          <pc:docMk/>
          <pc:sldMasterMk cId="836811226" sldId="2147483811"/>
        </pc:sldMasterMkLst>
        <pc:sldLayoutChg chg="addSp">
          <pc:chgData name="Josephine Namyalo" userId="b54732b8d39f16a4" providerId="LiveId" clId="{9816C7CB-CF67-4865-9C31-1E8D18BA76E1}" dt="2026-01-02T11:25:49.101" v="1361"/>
          <pc:sldLayoutMkLst>
            <pc:docMk/>
            <pc:sldMasterMk cId="836811226" sldId="2147483811"/>
            <pc:sldLayoutMk cId="3905085769" sldId="2147483812"/>
          </pc:sldLayoutMkLst>
          <pc:spChg chg="add">
            <ac:chgData name="Josephine Namyalo" userId="b54732b8d39f16a4" providerId="LiveId" clId="{9816C7CB-CF67-4865-9C31-1E8D18BA76E1}" dt="2026-01-02T11:25:49.101" v="1361"/>
            <ac:spMkLst>
              <pc:docMk/>
              <pc:sldMasterMk cId="836811226" sldId="2147483811"/>
              <pc:sldLayoutMk cId="3905085769" sldId="2147483812"/>
              <ac:spMk id="5" creationId="{1EC9A47A-4A66-888D-6A9D-C93E201AE6FA}"/>
            </ac:spMkLst>
          </pc:spChg>
        </pc:sldLayoutChg>
      </pc:sldMasterChg>
      <pc:sldMasterChg chg="modSldLayout">
        <pc:chgData name="Josephine Namyalo" userId="b54732b8d39f16a4" providerId="LiveId" clId="{9816C7CB-CF67-4865-9C31-1E8D18BA76E1}" dt="2026-01-02T11:26:05.887" v="1363"/>
        <pc:sldMasterMkLst>
          <pc:docMk/>
          <pc:sldMasterMk cId="3691219886" sldId="2147483823"/>
        </pc:sldMasterMkLst>
        <pc:sldLayoutChg chg="addSp">
          <pc:chgData name="Josephine Namyalo" userId="b54732b8d39f16a4" providerId="LiveId" clId="{9816C7CB-CF67-4865-9C31-1E8D18BA76E1}" dt="2026-01-02T11:26:05.887" v="1363"/>
          <pc:sldLayoutMkLst>
            <pc:docMk/>
            <pc:sldMasterMk cId="3691219886" sldId="2147483823"/>
            <pc:sldLayoutMk cId="4013509624" sldId="2147483824"/>
          </pc:sldLayoutMkLst>
          <pc:spChg chg="add">
            <ac:chgData name="Josephine Namyalo" userId="b54732b8d39f16a4" providerId="LiveId" clId="{9816C7CB-CF67-4865-9C31-1E8D18BA76E1}" dt="2026-01-02T11:26:05.887" v="1363"/>
            <ac:spMkLst>
              <pc:docMk/>
              <pc:sldMasterMk cId="3691219886" sldId="2147483823"/>
              <pc:sldLayoutMk cId="4013509624" sldId="2147483824"/>
              <ac:spMk id="6" creationId="{69FBCCE3-488B-5553-396D-444F82B032F2}"/>
            </ac:spMkLst>
          </pc:spChg>
        </pc:sldLayoutChg>
      </pc:sldMasterChg>
      <pc:sldMasterChg chg="modSldLayout">
        <pc:chgData name="Josephine Namyalo" userId="b54732b8d39f16a4" providerId="LiveId" clId="{9816C7CB-CF67-4865-9C31-1E8D18BA76E1}" dt="2026-01-02T11:27:55.727" v="1364"/>
        <pc:sldMasterMkLst>
          <pc:docMk/>
          <pc:sldMasterMk cId="1216401049" sldId="2147483841"/>
        </pc:sldMasterMkLst>
        <pc:sldLayoutChg chg="addSp">
          <pc:chgData name="Josephine Namyalo" userId="b54732b8d39f16a4" providerId="LiveId" clId="{9816C7CB-CF67-4865-9C31-1E8D18BA76E1}" dt="2026-01-02T11:27:55.727" v="1364"/>
          <pc:sldLayoutMkLst>
            <pc:docMk/>
            <pc:sldMasterMk cId="1216401049" sldId="2147483841"/>
            <pc:sldLayoutMk cId="3877076723" sldId="2147483842"/>
          </pc:sldLayoutMkLst>
          <pc:spChg chg="add">
            <ac:chgData name="Josephine Namyalo" userId="b54732b8d39f16a4" providerId="LiveId" clId="{9816C7CB-CF67-4865-9C31-1E8D18BA76E1}" dt="2026-01-02T11:27:55.727" v="1364"/>
            <ac:spMkLst>
              <pc:docMk/>
              <pc:sldMasterMk cId="1216401049" sldId="2147483841"/>
              <pc:sldLayoutMk cId="3877076723" sldId="2147483842"/>
              <ac:spMk id="8" creationId="{DD053E27-FF0D-F3D0-FC7C-5E41B0F867D1}"/>
            </ac:spMkLst>
          </pc:spChg>
        </pc:sldLayoutChg>
      </pc:sldMasterChg>
      <pc:sldMasterChg chg="modSldLayout">
        <pc:chgData name="Josephine Namyalo" userId="b54732b8d39f16a4" providerId="LiveId" clId="{9816C7CB-CF67-4865-9C31-1E8D18BA76E1}" dt="2026-01-02T11:28:22.817" v="1365"/>
        <pc:sldMasterMkLst>
          <pc:docMk/>
          <pc:sldMasterMk cId="4047830388" sldId="2147483859"/>
        </pc:sldMasterMkLst>
        <pc:sldLayoutChg chg="addSp">
          <pc:chgData name="Josephine Namyalo" userId="b54732b8d39f16a4" providerId="LiveId" clId="{9816C7CB-CF67-4865-9C31-1E8D18BA76E1}" dt="2026-01-02T11:28:22.817" v="1365"/>
          <pc:sldLayoutMkLst>
            <pc:docMk/>
            <pc:sldMasterMk cId="4047830388" sldId="2147483859"/>
            <pc:sldLayoutMk cId="1151190541" sldId="2147483860"/>
          </pc:sldLayoutMkLst>
          <pc:spChg chg="add">
            <ac:chgData name="Josephine Namyalo" userId="b54732b8d39f16a4" providerId="LiveId" clId="{9816C7CB-CF67-4865-9C31-1E8D18BA76E1}" dt="2026-01-02T11:28:22.817" v="1365"/>
            <ac:spMkLst>
              <pc:docMk/>
              <pc:sldMasterMk cId="4047830388" sldId="2147483859"/>
              <pc:sldLayoutMk cId="1151190541" sldId="2147483860"/>
              <ac:spMk id="7" creationId="{144431F4-A7A0-015E-7B14-368058BC560C}"/>
            </ac:spMkLst>
          </pc:spChg>
        </pc:sldLayoutChg>
      </pc:sldMasterChg>
      <pc:sldMasterChg chg="modSp modSldLayout">
        <pc:chgData name="Josephine Namyalo" userId="b54732b8d39f16a4" providerId="LiveId" clId="{9816C7CB-CF67-4865-9C31-1E8D18BA76E1}" dt="2026-01-02T11:29:37.098" v="1367" actId="16037"/>
        <pc:sldMasterMkLst>
          <pc:docMk/>
          <pc:sldMasterMk cId="4250636589" sldId="2147483877"/>
        </pc:sldMasterMkLst>
        <pc:spChg chg="mod">
          <ac:chgData name="Josephine Namyalo" userId="b54732b8d39f16a4" providerId="LiveId" clId="{9816C7CB-CF67-4865-9C31-1E8D18BA76E1}" dt="2026-01-02T11:29:37.098" v="1367" actId="16037"/>
          <ac:spMkLst>
            <pc:docMk/>
            <pc:sldMasterMk cId="4250636589" sldId="2147483877"/>
            <ac:spMk id="5" creationId="{00000000-0000-0000-0000-000000000000}"/>
          </ac:spMkLst>
        </pc:spChg>
        <pc:sldLayoutChg chg="addSp">
          <pc:chgData name="Josephine Namyalo" userId="b54732b8d39f16a4" providerId="LiveId" clId="{9816C7CB-CF67-4865-9C31-1E8D18BA76E1}" dt="2026-01-02T11:28:52.219" v="1366"/>
          <pc:sldLayoutMkLst>
            <pc:docMk/>
            <pc:sldMasterMk cId="4250636589" sldId="2147483877"/>
            <pc:sldLayoutMk cId="2012179953" sldId="2147483878"/>
          </pc:sldLayoutMkLst>
          <pc:spChg chg="add">
            <ac:chgData name="Josephine Namyalo" userId="b54732b8d39f16a4" providerId="LiveId" clId="{9816C7CB-CF67-4865-9C31-1E8D18BA76E1}" dt="2026-01-02T11:28:52.219" v="1366"/>
            <ac:spMkLst>
              <pc:docMk/>
              <pc:sldMasterMk cId="4250636589" sldId="2147483877"/>
              <pc:sldLayoutMk cId="2012179953" sldId="2147483878"/>
              <ac:spMk id="8" creationId="{7E75ABEB-0A78-FE82-99BE-7B8216A88946}"/>
            </ac:spMkLst>
          </pc:spChg>
        </pc:sldLayout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5DC860-360E-4573-A0B2-F001B5B5AF2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386CDC8-E8E5-47E1-BF3D-B7EE42D7F37F}">
      <dgm:prSet custT="1"/>
      <dgm:spPr/>
      <dgm:t>
        <a:bodyPr/>
        <a:lstStyle/>
        <a:p>
          <a:pPr>
            <a:lnSpc>
              <a:spcPct val="100000"/>
            </a:lnSpc>
          </a:pPr>
          <a:r>
            <a:rPr lang="en-US" sz="1600" b="1"/>
            <a:t>Excel &amp; Power Query:</a:t>
          </a:r>
          <a:r>
            <a:rPr lang="en-US" sz="1600"/>
            <a:t> Data cleaning, transformation, advanced modeling, and analysis.</a:t>
          </a:r>
        </a:p>
      </dgm:t>
    </dgm:pt>
    <dgm:pt modelId="{4451F868-4D8F-45E8-AD83-DF32207FB535}" type="parTrans" cxnId="{993FD2C5-A2F5-41F9-877A-BC8303D8E1A5}">
      <dgm:prSet/>
      <dgm:spPr/>
      <dgm:t>
        <a:bodyPr/>
        <a:lstStyle/>
        <a:p>
          <a:endParaRPr lang="en-US" sz="1600"/>
        </a:p>
      </dgm:t>
    </dgm:pt>
    <dgm:pt modelId="{F2506956-987F-4AE2-9877-7844158A274D}" type="sibTrans" cxnId="{993FD2C5-A2F5-41F9-877A-BC8303D8E1A5}">
      <dgm:prSet/>
      <dgm:spPr/>
      <dgm:t>
        <a:bodyPr/>
        <a:lstStyle/>
        <a:p>
          <a:endParaRPr lang="en-US" sz="1600"/>
        </a:p>
      </dgm:t>
    </dgm:pt>
    <dgm:pt modelId="{DB11F035-101C-4504-8E84-DD33C950212D}">
      <dgm:prSet custT="1"/>
      <dgm:spPr/>
      <dgm:t>
        <a:bodyPr/>
        <a:lstStyle/>
        <a:p>
          <a:pPr>
            <a:lnSpc>
              <a:spcPct val="100000"/>
            </a:lnSpc>
          </a:pPr>
          <a:r>
            <a:rPr lang="en-US" sz="1600" b="1"/>
            <a:t>DAX (Advanced Excel):</a:t>
          </a:r>
          <a:r>
            <a:rPr lang="en-US" sz="1600"/>
            <a:t> Complex calculations and building the data model.</a:t>
          </a:r>
        </a:p>
      </dgm:t>
    </dgm:pt>
    <dgm:pt modelId="{1233E483-A39C-4E9F-A0ED-4D3756563FAE}" type="parTrans" cxnId="{A0466411-56A1-4FF3-9580-A5344497AD02}">
      <dgm:prSet/>
      <dgm:spPr/>
      <dgm:t>
        <a:bodyPr/>
        <a:lstStyle/>
        <a:p>
          <a:endParaRPr lang="en-US" sz="1600"/>
        </a:p>
      </dgm:t>
    </dgm:pt>
    <dgm:pt modelId="{972B8A9B-40FB-4121-B2FD-35C78290FAA0}" type="sibTrans" cxnId="{A0466411-56A1-4FF3-9580-A5344497AD02}">
      <dgm:prSet/>
      <dgm:spPr/>
      <dgm:t>
        <a:bodyPr/>
        <a:lstStyle/>
        <a:p>
          <a:endParaRPr lang="en-US" sz="1600"/>
        </a:p>
      </dgm:t>
    </dgm:pt>
    <dgm:pt modelId="{31FF32B1-1957-44CB-86FB-42E18C6262C6}">
      <dgm:prSet custT="1"/>
      <dgm:spPr/>
      <dgm:t>
        <a:bodyPr/>
        <a:lstStyle/>
        <a:p>
          <a:pPr>
            <a:lnSpc>
              <a:spcPct val="100000"/>
            </a:lnSpc>
          </a:pPr>
          <a:r>
            <a:rPr lang="en-US" sz="1600" b="1"/>
            <a:t>Pivot Tables &amp; KPI Calculations:</a:t>
          </a:r>
          <a:r>
            <a:rPr lang="en-US" sz="1600"/>
            <a:t> Summarize and track key metrics.</a:t>
          </a:r>
        </a:p>
      </dgm:t>
    </dgm:pt>
    <dgm:pt modelId="{4F296206-9512-4DF4-B007-A54EBFD1C5C2}" type="parTrans" cxnId="{9AC34B39-D9E4-45E0-B294-6CEAFD13E8AC}">
      <dgm:prSet/>
      <dgm:spPr/>
      <dgm:t>
        <a:bodyPr/>
        <a:lstStyle/>
        <a:p>
          <a:endParaRPr lang="en-US" sz="1600"/>
        </a:p>
      </dgm:t>
    </dgm:pt>
    <dgm:pt modelId="{11E7AE65-A21D-48F1-8AC5-62750F68A601}" type="sibTrans" cxnId="{9AC34B39-D9E4-45E0-B294-6CEAFD13E8AC}">
      <dgm:prSet/>
      <dgm:spPr/>
      <dgm:t>
        <a:bodyPr/>
        <a:lstStyle/>
        <a:p>
          <a:endParaRPr lang="en-US" sz="1600"/>
        </a:p>
      </dgm:t>
    </dgm:pt>
    <dgm:pt modelId="{FA456B6B-FE65-488F-A25B-83F2A581E092}">
      <dgm:prSet custT="1"/>
      <dgm:spPr/>
      <dgm:t>
        <a:bodyPr/>
        <a:lstStyle/>
        <a:p>
          <a:pPr>
            <a:lnSpc>
              <a:spcPct val="100000"/>
            </a:lnSpc>
          </a:pPr>
          <a:r>
            <a:rPr lang="en-US" sz="1600" b="1" dirty="0"/>
            <a:t>Visualization Techniques:</a:t>
          </a:r>
          <a:r>
            <a:rPr lang="en-US" sz="1600" dirty="0"/>
            <a:t> Conditional formatting, KPI cards, and charts to convey actionable insights effectively.</a:t>
          </a:r>
        </a:p>
      </dgm:t>
    </dgm:pt>
    <dgm:pt modelId="{739E0C36-2AC4-4528-A0D2-D70D6E34C73D}" type="parTrans" cxnId="{5B177A2D-EC94-4DE4-AF45-395E4C392959}">
      <dgm:prSet/>
      <dgm:spPr/>
      <dgm:t>
        <a:bodyPr/>
        <a:lstStyle/>
        <a:p>
          <a:endParaRPr lang="en-US" sz="1600"/>
        </a:p>
      </dgm:t>
    </dgm:pt>
    <dgm:pt modelId="{A56A3ADD-8C45-48EC-A0EE-7CE660A9C93C}" type="sibTrans" cxnId="{5B177A2D-EC94-4DE4-AF45-395E4C392959}">
      <dgm:prSet/>
      <dgm:spPr/>
      <dgm:t>
        <a:bodyPr/>
        <a:lstStyle/>
        <a:p>
          <a:endParaRPr lang="en-US" sz="1600"/>
        </a:p>
      </dgm:t>
    </dgm:pt>
    <dgm:pt modelId="{47469CDD-3913-41CB-AE91-8EB76EB1CEF5}" type="pres">
      <dgm:prSet presAssocID="{145DC860-360E-4573-A0B2-F001B5B5AF2A}" presName="root" presStyleCnt="0">
        <dgm:presLayoutVars>
          <dgm:dir/>
          <dgm:resizeHandles val="exact"/>
        </dgm:presLayoutVars>
      </dgm:prSet>
      <dgm:spPr/>
    </dgm:pt>
    <dgm:pt modelId="{73CDA6A4-E778-4542-9280-23CA891AEED9}" type="pres">
      <dgm:prSet presAssocID="{2386CDC8-E8E5-47E1-BF3D-B7EE42D7F37F}" presName="compNode" presStyleCnt="0"/>
      <dgm:spPr/>
    </dgm:pt>
    <dgm:pt modelId="{AA27EE3B-B85D-410D-A2FA-FE9623FC8410}" type="pres">
      <dgm:prSet presAssocID="{2386CDC8-E8E5-47E1-BF3D-B7EE42D7F37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A149660D-A25F-4365-94A4-7F2FCC276276}" type="pres">
      <dgm:prSet presAssocID="{2386CDC8-E8E5-47E1-BF3D-B7EE42D7F37F}" presName="spaceRect" presStyleCnt="0"/>
      <dgm:spPr/>
    </dgm:pt>
    <dgm:pt modelId="{0314DAA4-9DAD-4251-B22B-C80A33D606BA}" type="pres">
      <dgm:prSet presAssocID="{2386CDC8-E8E5-47E1-BF3D-B7EE42D7F37F}" presName="textRect" presStyleLbl="revTx" presStyleIdx="0" presStyleCnt="4">
        <dgm:presLayoutVars>
          <dgm:chMax val="1"/>
          <dgm:chPref val="1"/>
        </dgm:presLayoutVars>
      </dgm:prSet>
      <dgm:spPr/>
    </dgm:pt>
    <dgm:pt modelId="{FBE11738-CEBE-4C80-9AE5-2D90F91047E4}" type="pres">
      <dgm:prSet presAssocID="{F2506956-987F-4AE2-9877-7844158A274D}" presName="sibTrans" presStyleCnt="0"/>
      <dgm:spPr/>
    </dgm:pt>
    <dgm:pt modelId="{959351E7-77C6-407A-8856-A74F375ABD11}" type="pres">
      <dgm:prSet presAssocID="{DB11F035-101C-4504-8E84-DD33C950212D}" presName="compNode" presStyleCnt="0"/>
      <dgm:spPr/>
    </dgm:pt>
    <dgm:pt modelId="{8453DCA5-5783-4BFD-825D-91C5AA009A49}" type="pres">
      <dgm:prSet presAssocID="{DB11F035-101C-4504-8E84-DD33C950212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laying Cards"/>
        </a:ext>
      </dgm:extLst>
    </dgm:pt>
    <dgm:pt modelId="{0114E6E3-2FD8-4467-ABE6-829CDCE3D5EE}" type="pres">
      <dgm:prSet presAssocID="{DB11F035-101C-4504-8E84-DD33C950212D}" presName="spaceRect" presStyleCnt="0"/>
      <dgm:spPr/>
    </dgm:pt>
    <dgm:pt modelId="{2A8C915A-093A-4265-BD9C-39E2A85B27F9}" type="pres">
      <dgm:prSet presAssocID="{DB11F035-101C-4504-8E84-DD33C950212D}" presName="textRect" presStyleLbl="revTx" presStyleIdx="1" presStyleCnt="4">
        <dgm:presLayoutVars>
          <dgm:chMax val="1"/>
          <dgm:chPref val="1"/>
        </dgm:presLayoutVars>
      </dgm:prSet>
      <dgm:spPr/>
    </dgm:pt>
    <dgm:pt modelId="{6BAE6FBD-BCD0-4483-BF91-4A8E4B917078}" type="pres">
      <dgm:prSet presAssocID="{972B8A9B-40FB-4121-B2FD-35C78290FAA0}" presName="sibTrans" presStyleCnt="0"/>
      <dgm:spPr/>
    </dgm:pt>
    <dgm:pt modelId="{98328EEE-C6FC-467E-958A-BB09ECE7377D}" type="pres">
      <dgm:prSet presAssocID="{31FF32B1-1957-44CB-86FB-42E18C6262C6}" presName="compNode" presStyleCnt="0"/>
      <dgm:spPr/>
    </dgm:pt>
    <dgm:pt modelId="{BB18278E-7C43-4DE2-A494-387A985C4349}" type="pres">
      <dgm:prSet presAssocID="{31FF32B1-1957-44CB-86FB-42E18C6262C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ble"/>
        </a:ext>
      </dgm:extLst>
    </dgm:pt>
    <dgm:pt modelId="{3545A36F-BC89-4FB9-A28D-DFFED975913B}" type="pres">
      <dgm:prSet presAssocID="{31FF32B1-1957-44CB-86FB-42E18C6262C6}" presName="spaceRect" presStyleCnt="0"/>
      <dgm:spPr/>
    </dgm:pt>
    <dgm:pt modelId="{09894027-A278-4637-8128-FBDBB0AAF27C}" type="pres">
      <dgm:prSet presAssocID="{31FF32B1-1957-44CB-86FB-42E18C6262C6}" presName="textRect" presStyleLbl="revTx" presStyleIdx="2" presStyleCnt="4">
        <dgm:presLayoutVars>
          <dgm:chMax val="1"/>
          <dgm:chPref val="1"/>
        </dgm:presLayoutVars>
      </dgm:prSet>
      <dgm:spPr/>
    </dgm:pt>
    <dgm:pt modelId="{7D34659D-2738-4B17-84B4-2AB72D89FAA0}" type="pres">
      <dgm:prSet presAssocID="{11E7AE65-A21D-48F1-8AC5-62750F68A601}" presName="sibTrans" presStyleCnt="0"/>
      <dgm:spPr/>
    </dgm:pt>
    <dgm:pt modelId="{DAF3646F-E5B7-43D2-A312-080FE50E5FE6}" type="pres">
      <dgm:prSet presAssocID="{FA456B6B-FE65-488F-A25B-83F2A581E092}" presName="compNode" presStyleCnt="0"/>
      <dgm:spPr/>
    </dgm:pt>
    <dgm:pt modelId="{7E3E8FF7-4701-48FF-844F-BAD508FE9E26}" type="pres">
      <dgm:prSet presAssocID="{FA456B6B-FE65-488F-A25B-83F2A581E09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ubtitles"/>
        </a:ext>
      </dgm:extLst>
    </dgm:pt>
    <dgm:pt modelId="{976FDE66-98E4-4993-898C-E098857BBD23}" type="pres">
      <dgm:prSet presAssocID="{FA456B6B-FE65-488F-A25B-83F2A581E092}" presName="spaceRect" presStyleCnt="0"/>
      <dgm:spPr/>
    </dgm:pt>
    <dgm:pt modelId="{3E9BBD2C-2319-40F7-B9AC-29DF33C4E600}" type="pres">
      <dgm:prSet presAssocID="{FA456B6B-FE65-488F-A25B-83F2A581E092}" presName="textRect" presStyleLbl="revTx" presStyleIdx="3" presStyleCnt="4">
        <dgm:presLayoutVars>
          <dgm:chMax val="1"/>
          <dgm:chPref val="1"/>
        </dgm:presLayoutVars>
      </dgm:prSet>
      <dgm:spPr/>
    </dgm:pt>
  </dgm:ptLst>
  <dgm:cxnLst>
    <dgm:cxn modelId="{A0466411-56A1-4FF3-9580-A5344497AD02}" srcId="{145DC860-360E-4573-A0B2-F001B5B5AF2A}" destId="{DB11F035-101C-4504-8E84-DD33C950212D}" srcOrd="1" destOrd="0" parTransId="{1233E483-A39C-4E9F-A0ED-4D3756563FAE}" sibTransId="{972B8A9B-40FB-4121-B2FD-35C78290FAA0}"/>
    <dgm:cxn modelId="{9AE52C14-CF98-4353-B22C-383A718BF015}" type="presOf" srcId="{31FF32B1-1957-44CB-86FB-42E18C6262C6}" destId="{09894027-A278-4637-8128-FBDBB0AAF27C}" srcOrd="0" destOrd="0" presId="urn:microsoft.com/office/officeart/2018/2/layout/IconLabelList"/>
    <dgm:cxn modelId="{5B177A2D-EC94-4DE4-AF45-395E4C392959}" srcId="{145DC860-360E-4573-A0B2-F001B5B5AF2A}" destId="{FA456B6B-FE65-488F-A25B-83F2A581E092}" srcOrd="3" destOrd="0" parTransId="{739E0C36-2AC4-4528-A0D2-D70D6E34C73D}" sibTransId="{A56A3ADD-8C45-48EC-A0EE-7CE660A9C93C}"/>
    <dgm:cxn modelId="{9AC34B39-D9E4-45E0-B294-6CEAFD13E8AC}" srcId="{145DC860-360E-4573-A0B2-F001B5B5AF2A}" destId="{31FF32B1-1957-44CB-86FB-42E18C6262C6}" srcOrd="2" destOrd="0" parTransId="{4F296206-9512-4DF4-B007-A54EBFD1C5C2}" sibTransId="{11E7AE65-A21D-48F1-8AC5-62750F68A601}"/>
    <dgm:cxn modelId="{994F754C-6417-4794-8A36-6F1060DD71AE}" type="presOf" srcId="{2386CDC8-E8E5-47E1-BF3D-B7EE42D7F37F}" destId="{0314DAA4-9DAD-4251-B22B-C80A33D606BA}" srcOrd="0" destOrd="0" presId="urn:microsoft.com/office/officeart/2018/2/layout/IconLabelList"/>
    <dgm:cxn modelId="{993FD2C5-A2F5-41F9-877A-BC8303D8E1A5}" srcId="{145DC860-360E-4573-A0B2-F001B5B5AF2A}" destId="{2386CDC8-E8E5-47E1-BF3D-B7EE42D7F37F}" srcOrd="0" destOrd="0" parTransId="{4451F868-4D8F-45E8-AD83-DF32207FB535}" sibTransId="{F2506956-987F-4AE2-9877-7844158A274D}"/>
    <dgm:cxn modelId="{7D24BDE1-7C05-483A-87C9-1C44BAD7627B}" type="presOf" srcId="{FA456B6B-FE65-488F-A25B-83F2A581E092}" destId="{3E9BBD2C-2319-40F7-B9AC-29DF33C4E600}" srcOrd="0" destOrd="0" presId="urn:microsoft.com/office/officeart/2018/2/layout/IconLabelList"/>
    <dgm:cxn modelId="{AEF409E5-03CD-42E7-BE2D-F53692F1745E}" type="presOf" srcId="{DB11F035-101C-4504-8E84-DD33C950212D}" destId="{2A8C915A-093A-4265-BD9C-39E2A85B27F9}" srcOrd="0" destOrd="0" presId="urn:microsoft.com/office/officeart/2018/2/layout/IconLabelList"/>
    <dgm:cxn modelId="{E3604FE7-5293-46A7-9076-E99DD6B3AC87}" type="presOf" srcId="{145DC860-360E-4573-A0B2-F001B5B5AF2A}" destId="{47469CDD-3913-41CB-AE91-8EB76EB1CEF5}" srcOrd="0" destOrd="0" presId="urn:microsoft.com/office/officeart/2018/2/layout/IconLabelList"/>
    <dgm:cxn modelId="{B7E67922-0210-4DB8-97C0-0B18C7CAE96D}" type="presParOf" srcId="{47469CDD-3913-41CB-AE91-8EB76EB1CEF5}" destId="{73CDA6A4-E778-4542-9280-23CA891AEED9}" srcOrd="0" destOrd="0" presId="urn:microsoft.com/office/officeart/2018/2/layout/IconLabelList"/>
    <dgm:cxn modelId="{FB92BBEA-1C28-4DD6-88F8-B1D527AB2AA3}" type="presParOf" srcId="{73CDA6A4-E778-4542-9280-23CA891AEED9}" destId="{AA27EE3B-B85D-410D-A2FA-FE9623FC8410}" srcOrd="0" destOrd="0" presId="urn:microsoft.com/office/officeart/2018/2/layout/IconLabelList"/>
    <dgm:cxn modelId="{B6E12455-5269-4337-94F2-7C3B447A6B15}" type="presParOf" srcId="{73CDA6A4-E778-4542-9280-23CA891AEED9}" destId="{A149660D-A25F-4365-94A4-7F2FCC276276}" srcOrd="1" destOrd="0" presId="urn:microsoft.com/office/officeart/2018/2/layout/IconLabelList"/>
    <dgm:cxn modelId="{B5014CFF-0901-4647-B64B-717C17F44235}" type="presParOf" srcId="{73CDA6A4-E778-4542-9280-23CA891AEED9}" destId="{0314DAA4-9DAD-4251-B22B-C80A33D606BA}" srcOrd="2" destOrd="0" presId="urn:microsoft.com/office/officeart/2018/2/layout/IconLabelList"/>
    <dgm:cxn modelId="{9728C42C-0166-4AB9-973C-E6B0694104F6}" type="presParOf" srcId="{47469CDD-3913-41CB-AE91-8EB76EB1CEF5}" destId="{FBE11738-CEBE-4C80-9AE5-2D90F91047E4}" srcOrd="1" destOrd="0" presId="urn:microsoft.com/office/officeart/2018/2/layout/IconLabelList"/>
    <dgm:cxn modelId="{33449AC0-BB22-4B63-A308-77CC359173EC}" type="presParOf" srcId="{47469CDD-3913-41CB-AE91-8EB76EB1CEF5}" destId="{959351E7-77C6-407A-8856-A74F375ABD11}" srcOrd="2" destOrd="0" presId="urn:microsoft.com/office/officeart/2018/2/layout/IconLabelList"/>
    <dgm:cxn modelId="{655FDE58-22DB-4F6E-A316-1AE980EDC11C}" type="presParOf" srcId="{959351E7-77C6-407A-8856-A74F375ABD11}" destId="{8453DCA5-5783-4BFD-825D-91C5AA009A49}" srcOrd="0" destOrd="0" presId="urn:microsoft.com/office/officeart/2018/2/layout/IconLabelList"/>
    <dgm:cxn modelId="{E62C3B61-97FA-47EF-8BF8-428F48A451E6}" type="presParOf" srcId="{959351E7-77C6-407A-8856-A74F375ABD11}" destId="{0114E6E3-2FD8-4467-ABE6-829CDCE3D5EE}" srcOrd="1" destOrd="0" presId="urn:microsoft.com/office/officeart/2018/2/layout/IconLabelList"/>
    <dgm:cxn modelId="{EE7AAC2A-3044-44E4-AD61-6ABF6AB886A5}" type="presParOf" srcId="{959351E7-77C6-407A-8856-A74F375ABD11}" destId="{2A8C915A-093A-4265-BD9C-39E2A85B27F9}" srcOrd="2" destOrd="0" presId="urn:microsoft.com/office/officeart/2018/2/layout/IconLabelList"/>
    <dgm:cxn modelId="{ACA0C21D-5E2F-408E-AE37-559D98BF1279}" type="presParOf" srcId="{47469CDD-3913-41CB-AE91-8EB76EB1CEF5}" destId="{6BAE6FBD-BCD0-4483-BF91-4A8E4B917078}" srcOrd="3" destOrd="0" presId="urn:microsoft.com/office/officeart/2018/2/layout/IconLabelList"/>
    <dgm:cxn modelId="{C80E4F04-3F40-4E06-935A-27E0DCA32703}" type="presParOf" srcId="{47469CDD-3913-41CB-AE91-8EB76EB1CEF5}" destId="{98328EEE-C6FC-467E-958A-BB09ECE7377D}" srcOrd="4" destOrd="0" presId="urn:microsoft.com/office/officeart/2018/2/layout/IconLabelList"/>
    <dgm:cxn modelId="{7999EC38-B5D9-465F-8619-26408D81D4BA}" type="presParOf" srcId="{98328EEE-C6FC-467E-958A-BB09ECE7377D}" destId="{BB18278E-7C43-4DE2-A494-387A985C4349}" srcOrd="0" destOrd="0" presId="urn:microsoft.com/office/officeart/2018/2/layout/IconLabelList"/>
    <dgm:cxn modelId="{69CA50FC-4B54-43F2-9C41-4754F9658E91}" type="presParOf" srcId="{98328EEE-C6FC-467E-958A-BB09ECE7377D}" destId="{3545A36F-BC89-4FB9-A28D-DFFED975913B}" srcOrd="1" destOrd="0" presId="urn:microsoft.com/office/officeart/2018/2/layout/IconLabelList"/>
    <dgm:cxn modelId="{3E0350A2-8409-4264-8A18-BF4696EB28FD}" type="presParOf" srcId="{98328EEE-C6FC-467E-958A-BB09ECE7377D}" destId="{09894027-A278-4637-8128-FBDBB0AAF27C}" srcOrd="2" destOrd="0" presId="urn:microsoft.com/office/officeart/2018/2/layout/IconLabelList"/>
    <dgm:cxn modelId="{A8569D35-9AC0-4880-89BC-009D8FAAFA04}" type="presParOf" srcId="{47469CDD-3913-41CB-AE91-8EB76EB1CEF5}" destId="{7D34659D-2738-4B17-84B4-2AB72D89FAA0}" srcOrd="5" destOrd="0" presId="urn:microsoft.com/office/officeart/2018/2/layout/IconLabelList"/>
    <dgm:cxn modelId="{CD66062D-73A5-4DC9-A391-459E36CCAA29}" type="presParOf" srcId="{47469CDD-3913-41CB-AE91-8EB76EB1CEF5}" destId="{DAF3646F-E5B7-43D2-A312-080FE50E5FE6}" srcOrd="6" destOrd="0" presId="urn:microsoft.com/office/officeart/2018/2/layout/IconLabelList"/>
    <dgm:cxn modelId="{1855A4D6-B7C1-4881-8602-8E1D4A0A12E4}" type="presParOf" srcId="{DAF3646F-E5B7-43D2-A312-080FE50E5FE6}" destId="{7E3E8FF7-4701-48FF-844F-BAD508FE9E26}" srcOrd="0" destOrd="0" presId="urn:microsoft.com/office/officeart/2018/2/layout/IconLabelList"/>
    <dgm:cxn modelId="{BCBF742E-079C-4CD3-9494-3235D16071CF}" type="presParOf" srcId="{DAF3646F-E5B7-43D2-A312-080FE50E5FE6}" destId="{976FDE66-98E4-4993-898C-E098857BBD23}" srcOrd="1" destOrd="0" presId="urn:microsoft.com/office/officeart/2018/2/layout/IconLabelList"/>
    <dgm:cxn modelId="{CA78BA5E-DB32-4157-9202-E345CCE16020}" type="presParOf" srcId="{DAF3646F-E5B7-43D2-A312-080FE50E5FE6}" destId="{3E9BBD2C-2319-40F7-B9AC-29DF33C4E60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27EE3B-B85D-410D-A2FA-FE9623FC8410}">
      <dsp:nvSpPr>
        <dsp:cNvPr id="0" name=""/>
        <dsp:cNvSpPr/>
      </dsp:nvSpPr>
      <dsp:spPr>
        <a:xfrm>
          <a:off x="838674" y="476621"/>
          <a:ext cx="922919" cy="9229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14DAA4-9DAD-4251-B22B-C80A33D606BA}">
      <dsp:nvSpPr>
        <dsp:cNvPr id="0" name=""/>
        <dsp:cNvSpPr/>
      </dsp:nvSpPr>
      <dsp:spPr>
        <a:xfrm>
          <a:off x="274668" y="1872291"/>
          <a:ext cx="2050931" cy="17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a:t>Excel &amp; Power Query:</a:t>
          </a:r>
          <a:r>
            <a:rPr lang="en-US" sz="1600" kern="1200"/>
            <a:t> Data cleaning, transformation, advanced modeling, and analysis.</a:t>
          </a:r>
        </a:p>
      </dsp:txBody>
      <dsp:txXfrm>
        <a:off x="274668" y="1872291"/>
        <a:ext cx="2050931" cy="1755000"/>
      </dsp:txXfrm>
    </dsp:sp>
    <dsp:sp modelId="{8453DCA5-5783-4BFD-825D-91C5AA009A49}">
      <dsp:nvSpPr>
        <dsp:cNvPr id="0" name=""/>
        <dsp:cNvSpPr/>
      </dsp:nvSpPr>
      <dsp:spPr>
        <a:xfrm>
          <a:off x="3248518" y="476621"/>
          <a:ext cx="922919" cy="9229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8C915A-093A-4265-BD9C-39E2A85B27F9}">
      <dsp:nvSpPr>
        <dsp:cNvPr id="0" name=""/>
        <dsp:cNvSpPr/>
      </dsp:nvSpPr>
      <dsp:spPr>
        <a:xfrm>
          <a:off x="2684512" y="1872291"/>
          <a:ext cx="2050931" cy="17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a:t>DAX (Advanced Excel):</a:t>
          </a:r>
          <a:r>
            <a:rPr lang="en-US" sz="1600" kern="1200"/>
            <a:t> Complex calculations and building the data model.</a:t>
          </a:r>
        </a:p>
      </dsp:txBody>
      <dsp:txXfrm>
        <a:off x="2684512" y="1872291"/>
        <a:ext cx="2050931" cy="1755000"/>
      </dsp:txXfrm>
    </dsp:sp>
    <dsp:sp modelId="{BB18278E-7C43-4DE2-A494-387A985C4349}">
      <dsp:nvSpPr>
        <dsp:cNvPr id="0" name=""/>
        <dsp:cNvSpPr/>
      </dsp:nvSpPr>
      <dsp:spPr>
        <a:xfrm>
          <a:off x="5658362" y="476621"/>
          <a:ext cx="922919" cy="9229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894027-A278-4637-8128-FBDBB0AAF27C}">
      <dsp:nvSpPr>
        <dsp:cNvPr id="0" name=""/>
        <dsp:cNvSpPr/>
      </dsp:nvSpPr>
      <dsp:spPr>
        <a:xfrm>
          <a:off x="5094356" y="1872291"/>
          <a:ext cx="2050931" cy="17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a:t>Pivot Tables &amp; KPI Calculations:</a:t>
          </a:r>
          <a:r>
            <a:rPr lang="en-US" sz="1600" kern="1200"/>
            <a:t> Summarize and track key metrics.</a:t>
          </a:r>
        </a:p>
      </dsp:txBody>
      <dsp:txXfrm>
        <a:off x="5094356" y="1872291"/>
        <a:ext cx="2050931" cy="1755000"/>
      </dsp:txXfrm>
    </dsp:sp>
    <dsp:sp modelId="{7E3E8FF7-4701-48FF-844F-BAD508FE9E26}">
      <dsp:nvSpPr>
        <dsp:cNvPr id="0" name=""/>
        <dsp:cNvSpPr/>
      </dsp:nvSpPr>
      <dsp:spPr>
        <a:xfrm>
          <a:off x="8068206" y="476621"/>
          <a:ext cx="922919" cy="92291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9BBD2C-2319-40F7-B9AC-29DF33C4E600}">
      <dsp:nvSpPr>
        <dsp:cNvPr id="0" name=""/>
        <dsp:cNvSpPr/>
      </dsp:nvSpPr>
      <dsp:spPr>
        <a:xfrm>
          <a:off x="7504200" y="1872291"/>
          <a:ext cx="2050931" cy="17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dirty="0"/>
            <a:t>Visualization Techniques:</a:t>
          </a:r>
          <a:r>
            <a:rPr lang="en-US" sz="1600" kern="1200" dirty="0"/>
            <a:t> Conditional formatting, KPI cards, and charts to convey actionable insights effectively.</a:t>
          </a:r>
        </a:p>
      </dsp:txBody>
      <dsp:txXfrm>
        <a:off x="7504200" y="1872291"/>
        <a:ext cx="2050931" cy="1755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C39790B-882B-4257-9615-3FE45D32E0D6}" type="datetimeFigureOut">
              <a:rPr lang="en-UG" smtClean="0"/>
              <a:t>02/01/2026</a:t>
            </a:fld>
            <a:endParaRPr lang="en-UG"/>
          </a:p>
        </p:txBody>
      </p:sp>
      <p:sp>
        <p:nvSpPr>
          <p:cNvPr id="5" name="Footer Placeholder 4"/>
          <p:cNvSpPr>
            <a:spLocks noGrp="1"/>
          </p:cNvSpPr>
          <p:nvPr>
            <p:ph type="ftr" sz="quarter" idx="11"/>
          </p:nvPr>
        </p:nvSpPr>
        <p:spPr/>
        <p:txBody>
          <a:bodyPr/>
          <a:lstStyle/>
          <a:p>
            <a:endParaRPr lang="en-UG"/>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G"/>
          </a:p>
        </p:txBody>
      </p:sp>
      <p:sp>
        <p:nvSpPr>
          <p:cNvPr id="6" name="Slide Number Placeholder 5"/>
          <p:cNvSpPr>
            <a:spLocks noGrp="1"/>
          </p:cNvSpPr>
          <p:nvPr>
            <p:ph type="sldNum" sz="quarter" idx="12"/>
          </p:nvPr>
        </p:nvSpPr>
        <p:spPr>
          <a:xfrm>
            <a:off x="531812" y="4529540"/>
            <a:ext cx="779767" cy="365125"/>
          </a:xfrm>
        </p:spPr>
        <p:txBody>
          <a:bodyPr/>
          <a:lstStyle/>
          <a:p>
            <a:r>
              <a:rPr lang="en-US"/>
              <a:t>1</a:t>
            </a:r>
            <a:endParaRPr lang="en-UG" dirty="0"/>
          </a:p>
        </p:txBody>
      </p:sp>
      <p:sp>
        <p:nvSpPr>
          <p:cNvPr id="8" name="Freeform 6">
            <a:extLst>
              <a:ext uri="{FF2B5EF4-FFF2-40B4-BE49-F238E27FC236}">
                <a16:creationId xmlns:a16="http://schemas.microsoft.com/office/drawing/2014/main" id="{7E75ABEB-0A78-FE82-99BE-7B8216A88946}"/>
              </a:ext>
            </a:extLst>
          </p:cNvPr>
          <p:cNvSpPr/>
          <p:nvPr userDrawn="1"/>
        </p:nvSpPr>
        <p:spPr bwMode="auto">
          <a:xfrm>
            <a:off x="147781" y="148378"/>
            <a:ext cx="1744652" cy="534518"/>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G"/>
          </a:p>
        </p:txBody>
      </p:sp>
    </p:spTree>
    <p:extLst>
      <p:ext uri="{BB962C8B-B14F-4D97-AF65-F5344CB8AC3E}">
        <p14:creationId xmlns:p14="http://schemas.microsoft.com/office/powerpoint/2010/main" val="201217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39790B-882B-4257-9615-3FE45D32E0D6}" type="datetimeFigureOut">
              <a:rPr lang="en-UG" smtClean="0"/>
              <a:t>02/01/2026</a:t>
            </a:fld>
            <a:endParaRPr lang="en-UG"/>
          </a:p>
        </p:txBody>
      </p:sp>
      <p:sp>
        <p:nvSpPr>
          <p:cNvPr id="5" name="Footer Placeholder 4"/>
          <p:cNvSpPr>
            <a:spLocks noGrp="1"/>
          </p:cNvSpPr>
          <p:nvPr>
            <p:ph type="ftr" sz="quarter" idx="11"/>
          </p:nvPr>
        </p:nvSpPr>
        <p:spPr/>
        <p:txBody>
          <a:bodyPr/>
          <a:lstStyle/>
          <a:p>
            <a:endParaRPr lang="en-U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1611100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39790B-882B-4257-9615-3FE45D32E0D6}" type="datetimeFigureOut">
              <a:rPr lang="en-UG" smtClean="0"/>
              <a:t>02/01/2026</a:t>
            </a:fld>
            <a:endParaRPr lang="en-UG"/>
          </a:p>
        </p:txBody>
      </p:sp>
      <p:sp>
        <p:nvSpPr>
          <p:cNvPr id="5" name="Footer Placeholder 4"/>
          <p:cNvSpPr>
            <a:spLocks noGrp="1"/>
          </p:cNvSpPr>
          <p:nvPr>
            <p:ph type="ftr" sz="quarter" idx="11"/>
          </p:nvPr>
        </p:nvSpPr>
        <p:spPr/>
        <p:txBody>
          <a:bodyPr/>
          <a:lstStyle/>
          <a:p>
            <a:endParaRPr lang="en-U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3037073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39790B-882B-4257-9615-3FE45D32E0D6}" type="datetimeFigureOut">
              <a:rPr lang="en-UG" smtClean="0"/>
              <a:t>02/01/2026</a:t>
            </a:fld>
            <a:endParaRPr lang="en-UG"/>
          </a:p>
        </p:txBody>
      </p:sp>
      <p:sp>
        <p:nvSpPr>
          <p:cNvPr id="6" name="Footer Placeholder 5"/>
          <p:cNvSpPr>
            <a:spLocks noGrp="1"/>
          </p:cNvSpPr>
          <p:nvPr>
            <p:ph type="ftr" sz="quarter" idx="11"/>
          </p:nvPr>
        </p:nvSpPr>
        <p:spPr/>
        <p:txBody>
          <a:bodyPr/>
          <a:lstStyle/>
          <a:p>
            <a:endParaRPr lang="en-UG"/>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4035370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39790B-882B-4257-9615-3FE45D32E0D6}" type="datetimeFigureOut">
              <a:rPr lang="en-UG" smtClean="0"/>
              <a:t>02/01/2026</a:t>
            </a:fld>
            <a:endParaRPr lang="en-UG"/>
          </a:p>
        </p:txBody>
      </p:sp>
      <p:sp>
        <p:nvSpPr>
          <p:cNvPr id="8" name="Footer Placeholder 7"/>
          <p:cNvSpPr>
            <a:spLocks noGrp="1"/>
          </p:cNvSpPr>
          <p:nvPr>
            <p:ph type="ftr" sz="quarter" idx="11"/>
          </p:nvPr>
        </p:nvSpPr>
        <p:spPr/>
        <p:txBody>
          <a:bodyPr/>
          <a:lstStyle/>
          <a:p>
            <a:endParaRPr lang="en-UG"/>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3344741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39790B-882B-4257-9615-3FE45D32E0D6}" type="datetimeFigureOut">
              <a:rPr lang="en-UG" smtClean="0"/>
              <a:t>02/01/2026</a:t>
            </a:fld>
            <a:endParaRPr lang="en-UG"/>
          </a:p>
        </p:txBody>
      </p:sp>
      <p:sp>
        <p:nvSpPr>
          <p:cNvPr id="4" name="Footer Placeholder 3"/>
          <p:cNvSpPr>
            <a:spLocks noGrp="1"/>
          </p:cNvSpPr>
          <p:nvPr>
            <p:ph type="ftr" sz="quarter" idx="11"/>
          </p:nvPr>
        </p:nvSpPr>
        <p:spPr/>
        <p:txBody>
          <a:bodyPr/>
          <a:lstStyle/>
          <a:p>
            <a:endParaRPr lang="en-UG"/>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148574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39790B-882B-4257-9615-3FE45D32E0D6}" type="datetimeFigureOut">
              <a:rPr lang="en-UG" smtClean="0"/>
              <a:t>02/01/2026</a:t>
            </a:fld>
            <a:endParaRPr lang="en-UG"/>
          </a:p>
        </p:txBody>
      </p:sp>
      <p:sp>
        <p:nvSpPr>
          <p:cNvPr id="3" name="Footer Placeholder 2"/>
          <p:cNvSpPr>
            <a:spLocks noGrp="1"/>
          </p:cNvSpPr>
          <p:nvPr>
            <p:ph type="ftr" sz="quarter" idx="11"/>
          </p:nvPr>
        </p:nvSpPr>
        <p:spPr/>
        <p:txBody>
          <a:bodyPr/>
          <a:lstStyle/>
          <a:p>
            <a:endParaRPr lang="en-UG"/>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1894640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39790B-882B-4257-9615-3FE45D32E0D6}" type="datetimeFigureOut">
              <a:rPr lang="en-UG" smtClean="0"/>
              <a:t>02/01/2026</a:t>
            </a:fld>
            <a:endParaRPr lang="en-UG"/>
          </a:p>
        </p:txBody>
      </p:sp>
      <p:sp>
        <p:nvSpPr>
          <p:cNvPr id="6" name="Footer Placeholder 5"/>
          <p:cNvSpPr>
            <a:spLocks noGrp="1"/>
          </p:cNvSpPr>
          <p:nvPr>
            <p:ph type="ftr" sz="quarter" idx="11"/>
          </p:nvPr>
        </p:nvSpPr>
        <p:spPr/>
        <p:txBody>
          <a:bodyPr/>
          <a:lstStyle/>
          <a:p>
            <a:endParaRPr lang="en-UG"/>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1033309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39790B-882B-4257-9615-3FE45D32E0D6}" type="datetimeFigureOut">
              <a:rPr lang="en-UG" smtClean="0"/>
              <a:t>02/01/2026</a:t>
            </a:fld>
            <a:endParaRPr lang="en-UG"/>
          </a:p>
        </p:txBody>
      </p:sp>
      <p:sp>
        <p:nvSpPr>
          <p:cNvPr id="6" name="Footer Placeholder 5"/>
          <p:cNvSpPr>
            <a:spLocks noGrp="1"/>
          </p:cNvSpPr>
          <p:nvPr>
            <p:ph type="ftr" sz="quarter" idx="11"/>
          </p:nvPr>
        </p:nvSpPr>
        <p:spPr/>
        <p:txBody>
          <a:bodyPr/>
          <a:lstStyle/>
          <a:p>
            <a:endParaRPr lang="en-U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112350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39790B-882B-4257-9615-3FE45D32E0D6}" type="datetimeFigureOut">
              <a:rPr lang="en-UG" smtClean="0"/>
              <a:t>02/01/2026</a:t>
            </a:fld>
            <a:endParaRPr lang="en-UG"/>
          </a:p>
        </p:txBody>
      </p:sp>
      <p:sp>
        <p:nvSpPr>
          <p:cNvPr id="5" name="Footer Placeholder 4"/>
          <p:cNvSpPr>
            <a:spLocks noGrp="1"/>
          </p:cNvSpPr>
          <p:nvPr>
            <p:ph type="ftr" sz="quarter" idx="11"/>
          </p:nvPr>
        </p:nvSpPr>
        <p:spPr/>
        <p:txBody>
          <a:bodyPr/>
          <a:lstStyle/>
          <a:p>
            <a:endParaRPr lang="en-U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2597407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39790B-882B-4257-9615-3FE45D32E0D6}" type="datetimeFigureOut">
              <a:rPr lang="en-UG" smtClean="0"/>
              <a:t>02/01/2026</a:t>
            </a:fld>
            <a:endParaRPr lang="en-UG"/>
          </a:p>
        </p:txBody>
      </p:sp>
      <p:sp>
        <p:nvSpPr>
          <p:cNvPr id="5" name="Footer Placeholder 4"/>
          <p:cNvSpPr>
            <a:spLocks noGrp="1"/>
          </p:cNvSpPr>
          <p:nvPr>
            <p:ph type="ftr" sz="quarter" idx="11"/>
          </p:nvPr>
        </p:nvSpPr>
        <p:spPr/>
        <p:txBody>
          <a:bodyPr/>
          <a:lstStyle/>
          <a:p>
            <a:endParaRPr lang="en-UG"/>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7F2146-37B4-4809-B4C5-0E0C67B7D042}" type="slidenum">
              <a:rPr lang="en-UG" smtClean="0"/>
              <a:t>‹#›</a:t>
            </a:fld>
            <a:endParaRPr lang="en-UG"/>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14905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C39790B-882B-4257-9615-3FE45D32E0D6}" type="datetimeFigureOut">
              <a:rPr lang="en-UG" smtClean="0"/>
              <a:t>02/01/2026</a:t>
            </a:fld>
            <a:endParaRPr lang="en-UG"/>
          </a:p>
        </p:txBody>
      </p:sp>
      <p:sp>
        <p:nvSpPr>
          <p:cNvPr id="6" name="Footer Placeholder 5"/>
          <p:cNvSpPr>
            <a:spLocks noGrp="1"/>
          </p:cNvSpPr>
          <p:nvPr>
            <p:ph type="ftr" sz="quarter" idx="11"/>
          </p:nvPr>
        </p:nvSpPr>
        <p:spPr/>
        <p:txBody>
          <a:bodyPr/>
          <a:lstStyle/>
          <a:p>
            <a:endParaRPr lang="en-U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2365128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C39790B-882B-4257-9615-3FE45D32E0D6}" type="datetimeFigureOut">
              <a:rPr lang="en-UG" smtClean="0"/>
              <a:t>02/01/2026</a:t>
            </a:fld>
            <a:endParaRPr lang="en-UG"/>
          </a:p>
        </p:txBody>
      </p:sp>
      <p:sp>
        <p:nvSpPr>
          <p:cNvPr id="6" name="Footer Placeholder 5"/>
          <p:cNvSpPr>
            <a:spLocks noGrp="1"/>
          </p:cNvSpPr>
          <p:nvPr>
            <p:ph type="ftr" sz="quarter" idx="11"/>
          </p:nvPr>
        </p:nvSpPr>
        <p:spPr/>
        <p:txBody>
          <a:bodyPr/>
          <a:lstStyle/>
          <a:p>
            <a:endParaRPr lang="en-UG"/>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7F2146-37B4-4809-B4C5-0E0C67B7D042}" type="slidenum">
              <a:rPr lang="en-UG" smtClean="0"/>
              <a:t>‹#›</a:t>
            </a:fld>
            <a:endParaRPr lang="en-UG"/>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58577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C39790B-882B-4257-9615-3FE45D32E0D6}" type="datetimeFigureOut">
              <a:rPr lang="en-UG" smtClean="0"/>
              <a:t>02/01/2026</a:t>
            </a:fld>
            <a:endParaRPr lang="en-UG"/>
          </a:p>
        </p:txBody>
      </p:sp>
      <p:sp>
        <p:nvSpPr>
          <p:cNvPr id="6" name="Footer Placeholder 5"/>
          <p:cNvSpPr>
            <a:spLocks noGrp="1"/>
          </p:cNvSpPr>
          <p:nvPr>
            <p:ph type="ftr" sz="quarter" idx="11"/>
          </p:nvPr>
        </p:nvSpPr>
        <p:spPr/>
        <p:txBody>
          <a:bodyPr/>
          <a:lstStyle/>
          <a:p>
            <a:endParaRPr lang="en-U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27261017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39790B-882B-4257-9615-3FE45D32E0D6}" type="datetimeFigureOut">
              <a:rPr lang="en-UG" smtClean="0"/>
              <a:t>02/01/2026</a:t>
            </a:fld>
            <a:endParaRPr lang="en-UG"/>
          </a:p>
        </p:txBody>
      </p:sp>
      <p:sp>
        <p:nvSpPr>
          <p:cNvPr id="5" name="Footer Placeholder 4"/>
          <p:cNvSpPr>
            <a:spLocks noGrp="1"/>
          </p:cNvSpPr>
          <p:nvPr>
            <p:ph type="ftr" sz="quarter" idx="11"/>
          </p:nvPr>
        </p:nvSpPr>
        <p:spPr/>
        <p:txBody>
          <a:bodyPr/>
          <a:lstStyle/>
          <a:p>
            <a:endParaRPr lang="en-U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8295547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39790B-882B-4257-9615-3FE45D32E0D6}" type="datetimeFigureOut">
              <a:rPr lang="en-UG" smtClean="0"/>
              <a:t>02/01/2026</a:t>
            </a:fld>
            <a:endParaRPr lang="en-UG"/>
          </a:p>
        </p:txBody>
      </p:sp>
      <p:sp>
        <p:nvSpPr>
          <p:cNvPr id="5" name="Footer Placeholder 4"/>
          <p:cNvSpPr>
            <a:spLocks noGrp="1"/>
          </p:cNvSpPr>
          <p:nvPr>
            <p:ph type="ftr" sz="quarter" idx="11"/>
          </p:nvPr>
        </p:nvSpPr>
        <p:spPr/>
        <p:txBody>
          <a:bodyPr/>
          <a:lstStyle/>
          <a:p>
            <a:endParaRPr lang="en-U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7F2146-37B4-4809-B4C5-0E0C67B7D042}" type="slidenum">
              <a:rPr lang="en-UG" smtClean="0"/>
              <a:t>‹#›</a:t>
            </a:fld>
            <a:endParaRPr lang="en-UG"/>
          </a:p>
        </p:txBody>
      </p:sp>
    </p:spTree>
    <p:extLst>
      <p:ext uri="{BB962C8B-B14F-4D97-AF65-F5344CB8AC3E}">
        <p14:creationId xmlns:p14="http://schemas.microsoft.com/office/powerpoint/2010/main" val="506295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G"/>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G"/>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G"/>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G"/>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G"/>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G"/>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G"/>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G"/>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G"/>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G"/>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G"/>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G"/>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G"/>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G"/>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G"/>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G"/>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G"/>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G"/>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G"/>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G"/>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G"/>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G"/>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G"/>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G"/>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G"/>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C39790B-882B-4257-9615-3FE45D32E0D6}" type="datetimeFigureOut">
              <a:rPr lang="en-UG" smtClean="0"/>
              <a:t>02/01/2026</a:t>
            </a:fld>
            <a:endParaRPr lang="en-UG"/>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G"/>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D7F2146-37B4-4809-B4C5-0E0C67B7D042}" type="slidenum">
              <a:rPr lang="en-UG" smtClean="0"/>
              <a:t>‹#›</a:t>
            </a:fld>
            <a:endParaRPr lang="en-UG"/>
          </a:p>
        </p:txBody>
      </p:sp>
    </p:spTree>
    <p:extLst>
      <p:ext uri="{BB962C8B-B14F-4D97-AF65-F5344CB8AC3E}">
        <p14:creationId xmlns:p14="http://schemas.microsoft.com/office/powerpoint/2010/main" val="4250636589"/>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 id="2147483889" r:id="rId12"/>
    <p:sldLayoutId id="2147483890" r:id="rId13"/>
    <p:sldLayoutId id="2147483891" r:id="rId14"/>
    <p:sldLayoutId id="2147483892" r:id="rId15"/>
    <p:sldLayoutId id="2147483893"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josephyn20@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s://1drv.ms/x/c/b54732b8d39f16a4/IQCPwXJH6JrhR7wR_MChA_mRAVR9d6iRmlJobgIfczKaevA?e=e6gygd" TargetMode="Externa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2624D29-9B88-6916-18E1-9E036F89DD0B}"/>
              </a:ext>
            </a:extLst>
          </p:cNvPr>
          <p:cNvSpPr>
            <a:spLocks noGrp="1" noChangeArrowheads="1"/>
          </p:cNvSpPr>
          <p:nvPr>
            <p:ph type="ctrTitle"/>
          </p:nvPr>
        </p:nvSpPr>
        <p:spPr bwMode="auto">
          <a:xfrm>
            <a:off x="1371601" y="127603"/>
            <a:ext cx="1053737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lnSpc>
                <a:spcPct val="100000"/>
              </a:lnSpc>
              <a:spcAft>
                <a:spcPct val="0"/>
              </a:spcAft>
            </a:pPr>
            <a:r>
              <a:rPr kumimoji="0" lang="en-UG" altLang="en-UG" sz="3200" i="0" u="none" strike="noStrike" cap="none" normalizeH="0" baseline="0" dirty="0">
                <a:ln>
                  <a:noFill/>
                </a:ln>
                <a:solidFill>
                  <a:schemeClr val="tx1"/>
                </a:solidFill>
                <a:effectLst/>
                <a:latin typeface="Arial" panose="020B0604020202020204" pitchFamily="34" charset="0"/>
              </a:rPr>
              <a:t>PROJECT TITLE: </a:t>
            </a:r>
            <a:r>
              <a:rPr lang="en-US" sz="3600" b="1" dirty="0"/>
              <a:t>SUPPLY CHAIN INTELLIGENCE.</a:t>
            </a:r>
            <a:br>
              <a:rPr lang="en-US" sz="4000" dirty="0"/>
            </a:br>
            <a:r>
              <a:rPr lang="en-US" sz="3200" dirty="0"/>
              <a:t> End-to-End Analysis from Sourcing to Delivery</a:t>
            </a:r>
            <a:br>
              <a:rPr lang="en-US" sz="3200" dirty="0"/>
            </a:br>
            <a:r>
              <a:rPr lang="en-US" sz="3200" dirty="0"/>
              <a:t>(FY 2025)</a:t>
            </a:r>
            <a:br>
              <a:rPr lang="en-US" sz="5400" dirty="0"/>
            </a:br>
            <a:endParaRPr kumimoji="0" lang="en-UG" altLang="en-UG" sz="5400" b="0" i="0" u="none" strike="noStrike" cap="none" normalizeH="0" baseline="0" dirty="0">
              <a:ln>
                <a:noFill/>
              </a:ln>
              <a:solidFill>
                <a:schemeClr val="tx1"/>
              </a:solidFill>
              <a:effectLst/>
              <a:latin typeface="Arial" panose="020B0604020202020204" pitchFamily="34" charset="0"/>
            </a:endParaRPr>
          </a:p>
        </p:txBody>
      </p:sp>
      <p:sp>
        <p:nvSpPr>
          <p:cNvPr id="3" name="Subtitle 2">
            <a:extLst>
              <a:ext uri="{FF2B5EF4-FFF2-40B4-BE49-F238E27FC236}">
                <a16:creationId xmlns:a16="http://schemas.microsoft.com/office/drawing/2014/main" id="{F07F30A6-E6AE-0C2C-72C0-318EC5C642B2}"/>
              </a:ext>
            </a:extLst>
          </p:cNvPr>
          <p:cNvSpPr>
            <a:spLocks noGrp="1"/>
          </p:cNvSpPr>
          <p:nvPr>
            <p:ph type="subTitle" idx="1"/>
          </p:nvPr>
        </p:nvSpPr>
        <p:spPr>
          <a:xfrm>
            <a:off x="1371600" y="2388431"/>
            <a:ext cx="9742714" cy="1230086"/>
          </a:xfrm>
        </p:spPr>
        <p:txBody>
          <a:bodyPr>
            <a:normAutofit/>
          </a:bodyPr>
          <a:lstStyle/>
          <a:p>
            <a:pPr algn="ctr"/>
            <a:r>
              <a:rPr lang="en-UG" altLang="en-UG" sz="3200" b="1" dirty="0">
                <a:latin typeface="Arial" panose="020B0604020202020204" pitchFamily="34" charset="0"/>
              </a:rPr>
              <a:t>SUBTITLE</a:t>
            </a:r>
            <a:r>
              <a:rPr lang="en-UG" altLang="en-UG" sz="3200" dirty="0">
                <a:latin typeface="Arial" panose="020B0604020202020204" pitchFamily="34" charset="0"/>
              </a:rPr>
              <a:t>: </a:t>
            </a:r>
            <a:r>
              <a:rPr lang="en-UG" altLang="en-UG" sz="3200" b="1" dirty="0">
                <a:latin typeface="Arial" panose="020B0604020202020204" pitchFamily="34" charset="0"/>
              </a:rPr>
              <a:t>Data-Driven Decision Making for Supply Chain Optimization</a:t>
            </a:r>
            <a:endParaRPr lang="en-UG" sz="3200" b="1" dirty="0"/>
          </a:p>
        </p:txBody>
      </p:sp>
      <p:sp>
        <p:nvSpPr>
          <p:cNvPr id="8" name="Rectangle 4">
            <a:extLst>
              <a:ext uri="{FF2B5EF4-FFF2-40B4-BE49-F238E27FC236}">
                <a16:creationId xmlns:a16="http://schemas.microsoft.com/office/drawing/2014/main" id="{0B3F9693-3886-C21D-5297-6F51F64535D2}"/>
              </a:ext>
            </a:extLst>
          </p:cNvPr>
          <p:cNvSpPr>
            <a:spLocks noChangeArrowheads="1"/>
          </p:cNvSpPr>
          <p:nvPr/>
        </p:nvSpPr>
        <p:spPr bwMode="auto">
          <a:xfrm>
            <a:off x="1371601" y="3854526"/>
            <a:ext cx="9742713"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G" altLang="en-UG" sz="3200" b="0" i="0" u="none" strike="noStrike" cap="none" normalizeH="0" baseline="0" dirty="0">
                <a:ln>
                  <a:noFill/>
                </a:ln>
                <a:solidFill>
                  <a:schemeClr val="tx1"/>
                </a:solidFill>
                <a:effectLst/>
                <a:latin typeface="Arial" panose="020B0604020202020204" pitchFamily="34" charset="0"/>
              </a:rPr>
              <a:t>Josephine Nam</a:t>
            </a:r>
            <a:r>
              <a:rPr lang="en-US" altLang="en-UG" sz="3200" dirty="0" err="1">
                <a:latin typeface="Arial" panose="020B0604020202020204" pitchFamily="34" charset="0"/>
              </a:rPr>
              <a:t>yalo</a:t>
            </a:r>
            <a:endParaRPr kumimoji="0" lang="en-US" altLang="en-UG" sz="32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r>
              <a:rPr kumimoji="0" lang="en-UG" altLang="en-UG" sz="2400" b="0" i="0" u="none" strike="noStrike" cap="none" normalizeH="0" baseline="0" dirty="0">
                <a:ln>
                  <a:noFill/>
                </a:ln>
                <a:solidFill>
                  <a:schemeClr val="tx1"/>
                </a:solidFill>
                <a:effectLst/>
                <a:latin typeface="Arial" panose="020B0604020202020204" pitchFamily="34" charset="0"/>
              </a:rPr>
              <a:t>Procurement &amp; </a:t>
            </a:r>
            <a:r>
              <a:rPr kumimoji="0" lang="en-US" altLang="en-UG" sz="2400" b="0" i="0" u="none" strike="noStrike" cap="none" normalizeH="0" baseline="0" dirty="0">
                <a:ln>
                  <a:noFill/>
                </a:ln>
                <a:solidFill>
                  <a:schemeClr val="tx1"/>
                </a:solidFill>
                <a:effectLst/>
                <a:latin typeface="Arial" panose="020B0604020202020204" pitchFamily="34" charset="0"/>
              </a:rPr>
              <a:t>Operations</a:t>
            </a:r>
            <a:r>
              <a:rPr kumimoji="0" lang="en-UG" altLang="en-UG" sz="2400" b="0" i="0" u="none" strike="noStrike" cap="none" normalizeH="0" baseline="0" dirty="0">
                <a:ln>
                  <a:noFill/>
                </a:ln>
                <a:solidFill>
                  <a:schemeClr val="tx1"/>
                </a:solidFill>
                <a:effectLst/>
                <a:latin typeface="Arial" panose="020B0604020202020204" pitchFamily="34" charset="0"/>
              </a:rPr>
              <a:t> Analyst</a:t>
            </a:r>
          </a:p>
          <a:p>
            <a:pPr marL="0" marR="0" lvl="0" indent="0" algn="ctr" defTabSz="914400" rtl="0" eaLnBrk="0" fontAlgn="base" latinLnBrk="0" hangingPunct="0">
              <a:lnSpc>
                <a:spcPct val="100000"/>
              </a:lnSpc>
              <a:spcBef>
                <a:spcPct val="0"/>
              </a:spcBef>
              <a:spcAft>
                <a:spcPct val="0"/>
              </a:spcAft>
              <a:buClrTx/>
              <a:buSzTx/>
              <a:tabLst/>
            </a:pPr>
            <a:r>
              <a:rPr kumimoji="0" lang="en-UG" altLang="en-UG" b="0" i="0" u="none" strike="noStrike" cap="none" normalizeH="0" baseline="0" dirty="0">
                <a:ln>
                  <a:noFill/>
                </a:ln>
                <a:solidFill>
                  <a:schemeClr val="tx1"/>
                </a:solidFill>
                <a:effectLst/>
                <a:latin typeface="Arial" panose="020B0604020202020204" pitchFamily="34" charset="0"/>
              </a:rPr>
              <a:t>Transforming Supply Chain Data into Actionable Insights</a:t>
            </a:r>
            <a:endParaRPr kumimoji="0" lang="en-US" altLang="en-UG"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tabLst/>
            </a:pPr>
            <a:endParaRPr lang="en-US" altLang="en-UG" dirty="0">
              <a:latin typeface="Arial" panose="020B0604020202020204" pitchFamily="34" charset="0"/>
            </a:endParaRPr>
          </a:p>
          <a:p>
            <a:pPr marL="0" marR="0" lvl="0" indent="0" algn="ctr" defTabSz="914400" rtl="0" eaLnBrk="0" fontAlgn="base" latinLnBrk="0" hangingPunct="0">
              <a:spcBef>
                <a:spcPct val="0"/>
              </a:spcBef>
              <a:spcAft>
                <a:spcPct val="0"/>
              </a:spcAft>
              <a:buClrTx/>
              <a:buSzTx/>
              <a:tabLst/>
            </a:pPr>
            <a:r>
              <a:rPr lang="en-US" altLang="en-UG" b="1" dirty="0">
                <a:latin typeface="Arial" panose="020B0604020202020204" pitchFamily="34" charset="0"/>
              </a:rPr>
              <a:t>Contact</a:t>
            </a:r>
            <a:r>
              <a:rPr lang="en-US" altLang="en-UG" dirty="0">
                <a:latin typeface="Arial" panose="020B0604020202020204" pitchFamily="34" charset="0"/>
              </a:rPr>
              <a:t>: </a:t>
            </a:r>
            <a:r>
              <a:rPr lang="en-US" altLang="en-UG" dirty="0">
                <a:latin typeface="Arial" panose="020B0604020202020204" pitchFamily="34" charset="0"/>
                <a:hlinkClick r:id="rId2"/>
              </a:rPr>
              <a:t>njosephyn20@gmail.com</a:t>
            </a:r>
            <a:endParaRPr lang="en-US" altLang="en-UG" dirty="0">
              <a:latin typeface="Arial" panose="020B0604020202020204" pitchFamily="34" charset="0"/>
            </a:endParaRPr>
          </a:p>
          <a:p>
            <a:pPr lvl="0" algn="ctr" eaLnBrk="0" fontAlgn="base" hangingPunct="0">
              <a:spcBef>
                <a:spcPct val="0"/>
              </a:spcBef>
              <a:spcAft>
                <a:spcPct val="0"/>
              </a:spcAft>
            </a:pPr>
            <a:r>
              <a:rPr lang="en-US" dirty="0"/>
              <a:t>LinkedIn: www.linkedin.com/in/josephine-namyalo-b985b4a1</a:t>
            </a:r>
            <a:endParaRPr kumimoji="0" lang="en-UG" altLang="en-UG"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4836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3820A-E4A9-9E67-8ACE-BFB49E7153A1}"/>
              </a:ext>
            </a:extLst>
          </p:cNvPr>
          <p:cNvSpPr>
            <a:spLocks noGrp="1"/>
          </p:cNvSpPr>
          <p:nvPr>
            <p:ph type="title"/>
          </p:nvPr>
        </p:nvSpPr>
        <p:spPr/>
        <p:txBody>
          <a:bodyPr/>
          <a:lstStyle/>
          <a:p>
            <a:pPr algn="ctr"/>
            <a:r>
              <a:rPr lang="en-US" b="1" dirty="0"/>
              <a:t>EXECUTIVE SUMMARY</a:t>
            </a:r>
            <a:endParaRPr lang="en-UG" b="1" dirty="0"/>
          </a:p>
        </p:txBody>
      </p:sp>
      <p:sp>
        <p:nvSpPr>
          <p:cNvPr id="3" name="Content Placeholder 2">
            <a:extLst>
              <a:ext uri="{FF2B5EF4-FFF2-40B4-BE49-F238E27FC236}">
                <a16:creationId xmlns:a16="http://schemas.microsoft.com/office/drawing/2014/main" id="{71A68BF6-4348-C97A-E987-3CC546B3237E}"/>
              </a:ext>
            </a:extLst>
          </p:cNvPr>
          <p:cNvSpPr>
            <a:spLocks noGrp="1"/>
          </p:cNvSpPr>
          <p:nvPr>
            <p:ph idx="1"/>
          </p:nvPr>
        </p:nvSpPr>
        <p:spPr>
          <a:xfrm>
            <a:off x="1511526" y="1709057"/>
            <a:ext cx="8915400" cy="3777622"/>
          </a:xfrm>
        </p:spPr>
        <p:txBody>
          <a:bodyPr/>
          <a:lstStyle/>
          <a:p>
            <a:r>
              <a:rPr lang="en-US" dirty="0"/>
              <a:t>This project delivers a unified, end‑to‑end supply chain intelligence solution that integrates procurement, inventory, logistics, and fulfillment data into a single analytical model. Using Power Query, Excel’s Data Model, and advanced DAX, it transforms siloed operational data into clear, actionable insights for strategic decision‑making. </a:t>
            </a:r>
          </a:p>
          <a:p>
            <a:r>
              <a:rPr lang="en-US"/>
              <a:t>The </a:t>
            </a:r>
            <a:r>
              <a:rPr lang="en-US" dirty="0"/>
              <a:t>dashboards reveal key performance drivers, highlight risks such as supplier quality gaps and spend concentration, and uncover opportunities for cost optimization, inventory balancing, and improved delivery performance</a:t>
            </a:r>
            <a:r>
              <a:rPr lang="en-US"/>
              <a:t>. </a:t>
            </a:r>
          </a:p>
          <a:p>
            <a:r>
              <a:rPr lang="en-US"/>
              <a:t>Overall</a:t>
            </a:r>
            <a:r>
              <a:rPr lang="en-US" dirty="0"/>
              <a:t>, the solution strengthens visibility, enhances planning accuracy, and supports data‑driven leadership across the entire supply chain.</a:t>
            </a:r>
            <a:endParaRPr lang="en-UG" dirty="0"/>
          </a:p>
        </p:txBody>
      </p:sp>
    </p:spTree>
    <p:extLst>
      <p:ext uri="{BB962C8B-B14F-4D97-AF65-F5344CB8AC3E}">
        <p14:creationId xmlns:p14="http://schemas.microsoft.com/office/powerpoint/2010/main" val="3437711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AECDE5-9207-B145-0AE1-B87B3212DAB2}"/>
              </a:ext>
            </a:extLst>
          </p:cNvPr>
          <p:cNvSpPr txBox="1"/>
          <p:nvPr/>
        </p:nvSpPr>
        <p:spPr>
          <a:xfrm>
            <a:off x="1175657" y="127052"/>
            <a:ext cx="9840686" cy="646331"/>
          </a:xfrm>
          <a:prstGeom prst="rect">
            <a:avLst/>
          </a:prstGeom>
          <a:noFill/>
        </p:spPr>
        <p:txBody>
          <a:bodyPr wrap="square" rtlCol="0">
            <a:spAutoFit/>
          </a:bodyPr>
          <a:lstStyle/>
          <a:p>
            <a:pPr algn="ctr"/>
            <a:r>
              <a:rPr lang="en-US" sz="3600" b="1" dirty="0"/>
              <a:t>PROJECT OVERVIEW</a:t>
            </a:r>
            <a:endParaRPr lang="en-UG" sz="3600" b="1" dirty="0"/>
          </a:p>
        </p:txBody>
      </p:sp>
      <p:sp>
        <p:nvSpPr>
          <p:cNvPr id="3" name="TextBox 2">
            <a:extLst>
              <a:ext uri="{FF2B5EF4-FFF2-40B4-BE49-F238E27FC236}">
                <a16:creationId xmlns:a16="http://schemas.microsoft.com/office/drawing/2014/main" id="{06F88E3D-A856-4463-CF0E-0CAD19DEE6A9}"/>
              </a:ext>
            </a:extLst>
          </p:cNvPr>
          <p:cNvSpPr txBox="1"/>
          <p:nvPr/>
        </p:nvSpPr>
        <p:spPr>
          <a:xfrm>
            <a:off x="1175656" y="4822371"/>
            <a:ext cx="7374551" cy="228225"/>
          </a:xfrm>
          <a:prstGeom prst="rect">
            <a:avLst/>
          </a:prstGeom>
          <a:noFill/>
        </p:spPr>
        <p:txBody>
          <a:bodyPr wrap="square" rtlCol="0">
            <a:spAutoFit/>
          </a:bodyPr>
          <a:lstStyle/>
          <a:p>
            <a:endParaRPr lang="en-UG" sz="1400" dirty="0"/>
          </a:p>
        </p:txBody>
      </p:sp>
      <p:sp>
        <p:nvSpPr>
          <p:cNvPr id="5" name="Rectangle 1">
            <a:extLst>
              <a:ext uri="{FF2B5EF4-FFF2-40B4-BE49-F238E27FC236}">
                <a16:creationId xmlns:a16="http://schemas.microsoft.com/office/drawing/2014/main" id="{51966807-AA7B-9F41-67FB-210FE96C9FFA}"/>
              </a:ext>
            </a:extLst>
          </p:cNvPr>
          <p:cNvSpPr>
            <a:spLocks noChangeArrowheads="1"/>
          </p:cNvSpPr>
          <p:nvPr/>
        </p:nvSpPr>
        <p:spPr bwMode="auto">
          <a:xfrm>
            <a:off x="685800" y="496664"/>
            <a:ext cx="11332028"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G"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G" altLang="en-UG" b="1" i="0" u="none" strike="noStrike" cap="none" normalizeH="0" baseline="0" dirty="0">
                <a:ln>
                  <a:noFill/>
                </a:ln>
                <a:solidFill>
                  <a:schemeClr val="tx1"/>
                </a:solidFill>
                <a:effectLst/>
                <a:latin typeface="Arial" panose="020B0604020202020204" pitchFamily="34" charset="0"/>
              </a:rPr>
              <a:t>Problem Addressed: </a:t>
            </a:r>
            <a:r>
              <a:rPr kumimoji="0" lang="en-UG" altLang="en-UG" b="0" i="0" u="none" strike="noStrike" cap="none" normalizeH="0" baseline="0" dirty="0">
                <a:ln>
                  <a:noFill/>
                </a:ln>
                <a:solidFill>
                  <a:schemeClr val="tx1"/>
                </a:solidFill>
                <a:effectLst/>
                <a:latin typeface="Arial" panose="020B0604020202020204" pitchFamily="34" charset="0"/>
              </a:rPr>
              <a:t>Supply chain decisions are often made using siloed datasets, limiting visibility into procurement spend drivers, supplier risk, inventory health, and fulfillment performance.</a:t>
            </a:r>
            <a:endParaRPr kumimoji="0" lang="en-US" altLang="en-UG"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G" altLang="en-UG" b="0" i="0" u="none" strike="noStrike" cap="none" normalizeH="0" baseline="0" dirty="0">
              <a:ln>
                <a:noFill/>
              </a:ln>
              <a:solidFill>
                <a:schemeClr val="tx1"/>
              </a:solidFill>
              <a:effectLst/>
              <a:latin typeface="Arial" panose="020B0604020202020204" pitchFamily="34" charset="0"/>
            </a:endParaRPr>
          </a:p>
          <a:p>
            <a:r>
              <a:rPr kumimoji="0" lang="en-UG" altLang="en-UG" b="1" i="0" u="none" strike="noStrike" cap="none" normalizeH="0" baseline="0" dirty="0">
                <a:ln>
                  <a:noFill/>
                </a:ln>
                <a:solidFill>
                  <a:schemeClr val="tx1"/>
                </a:solidFill>
                <a:effectLst/>
                <a:latin typeface="Arial" panose="020B0604020202020204" pitchFamily="34" charset="0"/>
              </a:rPr>
              <a:t>Data Scope &amp; Tables Used:</a:t>
            </a:r>
            <a:r>
              <a:rPr kumimoji="0" lang="en-UG" altLang="en-UG" b="0" i="0" u="none" strike="noStrike" cap="none" normalizeH="0" baseline="0" dirty="0">
                <a:ln>
                  <a:noFill/>
                </a:ln>
                <a:solidFill>
                  <a:schemeClr val="tx1"/>
                </a:solidFill>
                <a:effectLst/>
                <a:latin typeface="Arial" panose="020B0604020202020204" pitchFamily="34" charset="0"/>
              </a:rPr>
              <a:t> </a:t>
            </a:r>
            <a:r>
              <a:rPr lang="en-US" dirty="0"/>
              <a:t>This project leveraged a fully integrated procurement and supply chain dataset designed to reflect real-world, end-to-end operational flows — from supplier sourcing and purchasing decisions through inventory management, shipment execution, and customer fulfillment.</a:t>
            </a:r>
          </a:p>
          <a:p>
            <a:r>
              <a:rPr lang="en-US" dirty="0"/>
              <a:t>Each table represents a critical control point within the supply chain, enabling both operational and strategic analysis.</a:t>
            </a:r>
          </a:p>
          <a:p>
            <a:pPr lvl="1"/>
            <a:r>
              <a:rPr lang="en-US" b="1" dirty="0"/>
              <a:t>.Procurement &amp; Supplier Management Layer</a:t>
            </a:r>
          </a:p>
          <a:p>
            <a:pPr lvl="1"/>
            <a:r>
              <a:rPr lang="en-US" b="1" dirty="0"/>
              <a:t>-Purchase Orders</a:t>
            </a:r>
            <a:br>
              <a:rPr lang="en-US" dirty="0"/>
            </a:br>
            <a:r>
              <a:rPr lang="en-US" dirty="0"/>
              <a:t>Contains purchase order headers, including supplier, order dates, delivery dates, and total order value.</a:t>
            </a:r>
            <a:br>
              <a:rPr lang="en-US" dirty="0"/>
            </a:br>
            <a:r>
              <a:rPr lang="en-US" i="1" dirty="0"/>
              <a:t>Business Value:</a:t>
            </a:r>
            <a:br>
              <a:rPr lang="en-US" dirty="0"/>
            </a:br>
            <a:r>
              <a:rPr lang="en-US" dirty="0"/>
              <a:t>This table anchors procurement activity analysis, enabling measurement of total spend, order volumes, procurement lead times, and purchase order status across suppliers.</a:t>
            </a:r>
          </a:p>
          <a:p>
            <a:pPr lvl="1"/>
            <a:r>
              <a:rPr lang="en-US" b="1" dirty="0"/>
              <a:t>-Purchase Order Lines</a:t>
            </a:r>
            <a:br>
              <a:rPr lang="en-US" dirty="0"/>
            </a:br>
            <a:r>
              <a:rPr lang="en-US" dirty="0"/>
              <a:t>Provides line-level detail for each purchase order, including materials, quantities, and unit prices.</a:t>
            </a:r>
            <a:br>
              <a:rPr lang="en-US" dirty="0"/>
            </a:br>
            <a:r>
              <a:rPr lang="en-US" i="1" dirty="0"/>
              <a:t>Business Value:</a:t>
            </a:r>
            <a:br>
              <a:rPr lang="en-US" dirty="0"/>
            </a:br>
            <a:r>
              <a:rPr lang="en-US" dirty="0"/>
              <a:t>Acts as the core fact table for spend analysis, price variance assessment, quantity trends, and material-level cost control.</a:t>
            </a:r>
          </a:p>
          <a:p>
            <a:pPr marL="0" marR="0" lvl="0" indent="0" algn="l" defTabSz="914400" rtl="0" eaLnBrk="0" fontAlgn="base" latinLnBrk="0" hangingPunct="0">
              <a:lnSpc>
                <a:spcPct val="100000"/>
              </a:lnSpc>
              <a:spcBef>
                <a:spcPct val="0"/>
              </a:spcBef>
              <a:spcAft>
                <a:spcPct val="0"/>
              </a:spcAft>
              <a:buClrTx/>
              <a:buSzTx/>
              <a:tabLst/>
            </a:pPr>
            <a:endParaRPr kumimoji="0" lang="en-UG" altLang="en-UG"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98556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2B4E8BD2-37D5-8DD2-4778-DA6C70DFA356}"/>
              </a:ext>
            </a:extLst>
          </p:cNvPr>
          <p:cNvSpPr>
            <a:spLocks noChangeArrowheads="1"/>
          </p:cNvSpPr>
          <p:nvPr/>
        </p:nvSpPr>
        <p:spPr bwMode="auto">
          <a:xfrm>
            <a:off x="391886" y="424677"/>
            <a:ext cx="11210876"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pPr>
            <a:r>
              <a:rPr kumimoji="0" lang="en-US" altLang="en-UG" b="1" i="0" u="none" strike="noStrike" cap="none" normalizeH="0" baseline="0" dirty="0">
                <a:ln>
                  <a:noFill/>
                </a:ln>
                <a:solidFill>
                  <a:schemeClr val="tx1"/>
                </a:solidFill>
                <a:effectLst/>
                <a:latin typeface="Arial" panose="020B0604020202020204" pitchFamily="34" charset="0"/>
              </a:rPr>
              <a:t>-</a:t>
            </a:r>
            <a:r>
              <a:rPr kumimoji="0" lang="en-UG" altLang="en-UG" b="1" i="0" u="none" strike="noStrike" cap="none" normalizeH="0" baseline="0" dirty="0">
                <a:ln>
                  <a:noFill/>
                </a:ln>
                <a:solidFill>
                  <a:schemeClr val="tx1"/>
                </a:solidFill>
                <a:effectLst/>
                <a:latin typeface="Arial" panose="020B0604020202020204" pitchFamily="34" charset="0"/>
              </a:rPr>
              <a:t>Supplier</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Stores supplier master data such as supplier identity and country.</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1" u="none" strike="noStrike" cap="none" normalizeH="0" baseline="0" dirty="0">
                <a:ln>
                  <a:noFill/>
                </a:ln>
                <a:solidFill>
                  <a:schemeClr val="tx1"/>
                </a:solidFill>
                <a:effectLst/>
                <a:latin typeface="Arial" panose="020B0604020202020204" pitchFamily="34" charset="0"/>
              </a:rPr>
              <a:t>Business Value:</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Enables supplier segmentation, geographic risk analysis, spend concentration tracking, and supplier performance comparison.</a:t>
            </a:r>
          </a:p>
          <a:p>
            <a:pPr lvl="1" eaLnBrk="0" fontAlgn="base" hangingPunct="0">
              <a:spcBef>
                <a:spcPct val="0"/>
              </a:spcBef>
              <a:spcAft>
                <a:spcPct val="0"/>
              </a:spcAft>
            </a:pPr>
            <a:r>
              <a:rPr kumimoji="0" lang="en-US" altLang="en-UG" b="1" i="0" u="none" strike="noStrike" cap="none" normalizeH="0" baseline="0" dirty="0">
                <a:ln>
                  <a:noFill/>
                </a:ln>
                <a:solidFill>
                  <a:schemeClr val="tx1"/>
                </a:solidFill>
                <a:effectLst/>
                <a:latin typeface="Arial" panose="020B0604020202020204" pitchFamily="34" charset="0"/>
              </a:rPr>
              <a:t>-</a:t>
            </a:r>
            <a:r>
              <a:rPr kumimoji="0" lang="en-UG" altLang="en-UG" b="1" i="0" u="none" strike="noStrike" cap="none" normalizeH="0" baseline="0" dirty="0">
                <a:ln>
                  <a:noFill/>
                </a:ln>
                <a:solidFill>
                  <a:schemeClr val="tx1"/>
                </a:solidFill>
                <a:effectLst/>
                <a:latin typeface="Arial" panose="020B0604020202020204" pitchFamily="34" charset="0"/>
              </a:rPr>
              <a:t>Supplier</a:t>
            </a:r>
            <a:r>
              <a:rPr kumimoji="0" lang="en-US" altLang="en-UG" b="1" i="0" u="none" strike="noStrike" cap="none" normalizeH="0" baseline="0" dirty="0">
                <a:ln>
                  <a:noFill/>
                </a:ln>
                <a:solidFill>
                  <a:schemeClr val="tx1"/>
                </a:solidFill>
                <a:effectLst/>
                <a:latin typeface="Arial" panose="020B0604020202020204" pitchFamily="34" charset="0"/>
              </a:rPr>
              <a:t> </a:t>
            </a:r>
            <a:r>
              <a:rPr kumimoji="0" lang="en-UG" altLang="en-UG" b="1" i="0" u="none" strike="noStrike" cap="none" normalizeH="0" baseline="0" dirty="0">
                <a:ln>
                  <a:noFill/>
                </a:ln>
                <a:solidFill>
                  <a:schemeClr val="tx1"/>
                </a:solidFill>
                <a:effectLst/>
                <a:latin typeface="Arial" panose="020B0604020202020204" pitchFamily="34" charset="0"/>
              </a:rPr>
              <a:t>Perf</a:t>
            </a:r>
            <a:r>
              <a:rPr kumimoji="0" lang="en-US" altLang="en-UG" b="1" i="0" u="none" strike="noStrike" cap="none" normalizeH="0" baseline="0" dirty="0" err="1">
                <a:ln>
                  <a:noFill/>
                </a:ln>
                <a:solidFill>
                  <a:schemeClr val="tx1"/>
                </a:solidFill>
                <a:effectLst/>
                <a:latin typeface="Arial" panose="020B0604020202020204" pitchFamily="34" charset="0"/>
              </a:rPr>
              <a:t>ormance</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Contains recorded or precomputed supplier performance metrics.</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1" u="none" strike="noStrike" cap="none" normalizeH="0" baseline="0" dirty="0">
                <a:ln>
                  <a:noFill/>
                </a:ln>
                <a:solidFill>
                  <a:schemeClr val="tx1"/>
                </a:solidFill>
                <a:effectLst/>
                <a:latin typeface="Arial" panose="020B0604020202020204" pitchFamily="34" charset="0"/>
              </a:rPr>
              <a:t>Business Value:</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Allows benchmarking of calculated KPIs against recorded supplier evaluations, helping validate performance gaps and reliability issues.</a:t>
            </a:r>
            <a:endParaRPr kumimoji="0" lang="en-US" altLang="en-UG"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G" sz="1800" b="0" i="0" u="none" strike="noStrike" cap="none" normalizeH="0" baseline="0" dirty="0">
              <a:ln>
                <a:noFill/>
              </a:ln>
              <a:solidFill>
                <a:schemeClr val="tx1"/>
              </a:solidFill>
              <a:effectLst/>
              <a:latin typeface="Arial" panose="020B0604020202020204" pitchFamily="34" charset="0"/>
            </a:endParaRPr>
          </a:p>
          <a:p>
            <a:pPr lvl="1"/>
            <a:r>
              <a:rPr lang="en-US" sz="2000" b="1" dirty="0"/>
              <a:t>.Product &amp; Inventory Control Layer</a:t>
            </a:r>
          </a:p>
          <a:p>
            <a:pPr lvl="1"/>
            <a:r>
              <a:rPr lang="en-US" b="1" dirty="0"/>
              <a:t>-Material</a:t>
            </a:r>
            <a:br>
              <a:rPr lang="en-US" dirty="0"/>
            </a:br>
            <a:r>
              <a:rPr lang="en-US" dirty="0"/>
              <a:t>Holds master data for raw materials and products.</a:t>
            </a:r>
            <a:br>
              <a:rPr lang="en-US" dirty="0"/>
            </a:br>
            <a:r>
              <a:rPr lang="en-US" i="1" dirty="0"/>
              <a:t>Business Value:</a:t>
            </a:r>
            <a:br>
              <a:rPr lang="en-US" dirty="0"/>
            </a:br>
            <a:r>
              <a:rPr lang="en-US" dirty="0"/>
              <a:t>Supports SKU-level reporting, category analysis, and identification of high-cost or high-risk materials within procurement and inventory planning.</a:t>
            </a:r>
          </a:p>
          <a:p>
            <a:pPr lvl="1"/>
            <a:r>
              <a:rPr lang="en-US" b="1" dirty="0"/>
              <a:t>-Inventory</a:t>
            </a:r>
            <a:br>
              <a:rPr lang="en-US" dirty="0"/>
            </a:br>
            <a:r>
              <a:rPr lang="en-US" dirty="0"/>
              <a:t>Captures current stock levels by warehouse and last </a:t>
            </a:r>
            <a:r>
              <a:rPr lang="en-US" dirty="0" err="1"/>
              <a:t>stocktake</a:t>
            </a:r>
            <a:r>
              <a:rPr lang="en-US" dirty="0"/>
              <a:t> date.</a:t>
            </a:r>
            <a:br>
              <a:rPr lang="en-US" dirty="0"/>
            </a:br>
            <a:r>
              <a:rPr lang="en-US" i="1" dirty="0"/>
              <a:t>Business Value:</a:t>
            </a:r>
            <a:br>
              <a:rPr lang="en-US" dirty="0"/>
            </a:br>
            <a:r>
              <a:rPr lang="en-US" dirty="0"/>
              <a:t>Enables visibility into stock availability, inventory aging, and potential overstock or stockout risks.</a:t>
            </a:r>
          </a:p>
          <a:p>
            <a:pPr marL="0" marR="0" lvl="0" indent="0" algn="l" defTabSz="914400" rtl="0" eaLnBrk="0" fontAlgn="base" latinLnBrk="0" hangingPunct="0">
              <a:lnSpc>
                <a:spcPct val="100000"/>
              </a:lnSpc>
              <a:spcBef>
                <a:spcPct val="0"/>
              </a:spcBef>
              <a:spcAft>
                <a:spcPct val="0"/>
              </a:spcAft>
              <a:buClrTx/>
              <a:buSzTx/>
              <a:tabLst/>
            </a:pPr>
            <a:endParaRPr kumimoji="0" lang="en-UG" altLang="en-UG"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7458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F8943CB-5285-DD0C-4BC9-B1AFDB0CB147}"/>
              </a:ext>
            </a:extLst>
          </p:cNvPr>
          <p:cNvSpPr>
            <a:spLocks noChangeArrowheads="1"/>
          </p:cNvSpPr>
          <p:nvPr/>
        </p:nvSpPr>
        <p:spPr bwMode="auto">
          <a:xfrm>
            <a:off x="250371" y="289292"/>
            <a:ext cx="11609614"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pPr>
            <a:r>
              <a:rPr kumimoji="0" lang="en-US" altLang="en-UG" b="1" i="0" u="none" strike="noStrike" cap="none" normalizeH="0" baseline="0" dirty="0">
                <a:ln>
                  <a:noFill/>
                </a:ln>
                <a:solidFill>
                  <a:schemeClr val="tx1"/>
                </a:solidFill>
                <a:effectLst/>
                <a:latin typeface="Arial" panose="020B0604020202020204" pitchFamily="34" charset="0"/>
              </a:rPr>
              <a:t>-</a:t>
            </a:r>
            <a:r>
              <a:rPr kumimoji="0" lang="en-UG" altLang="en-UG" b="1" i="0" u="none" strike="noStrike" cap="none" normalizeH="0" baseline="0" dirty="0">
                <a:ln>
                  <a:noFill/>
                </a:ln>
                <a:solidFill>
                  <a:schemeClr val="tx1"/>
                </a:solidFill>
                <a:effectLst/>
                <a:latin typeface="Arial" panose="020B0604020202020204" pitchFamily="34" charset="0"/>
              </a:rPr>
              <a:t>Stock</a:t>
            </a:r>
            <a:r>
              <a:rPr kumimoji="0" lang="en-US" altLang="en-UG" b="1" i="0" u="none" strike="noStrike" cap="none" normalizeH="0" baseline="0" dirty="0">
                <a:ln>
                  <a:noFill/>
                </a:ln>
                <a:solidFill>
                  <a:schemeClr val="tx1"/>
                </a:solidFill>
                <a:effectLst/>
                <a:latin typeface="Arial" panose="020B0604020202020204" pitchFamily="34" charset="0"/>
              </a:rPr>
              <a:t> </a:t>
            </a:r>
            <a:r>
              <a:rPr kumimoji="0" lang="en-UG" altLang="en-UG" b="1" i="0" u="none" strike="noStrike" cap="none" normalizeH="0" baseline="0" dirty="0">
                <a:ln>
                  <a:noFill/>
                </a:ln>
                <a:solidFill>
                  <a:schemeClr val="tx1"/>
                </a:solidFill>
                <a:effectLst/>
                <a:latin typeface="Arial" panose="020B0604020202020204" pitchFamily="34" charset="0"/>
              </a:rPr>
              <a:t>Movement</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Records inventory movements including receipts, issues, and transfers.</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1" u="none" strike="noStrike" cap="none" normalizeH="0" baseline="0" dirty="0">
                <a:ln>
                  <a:noFill/>
                </a:ln>
                <a:solidFill>
                  <a:schemeClr val="tx1"/>
                </a:solidFill>
                <a:effectLst/>
                <a:latin typeface="Arial" panose="020B0604020202020204" pitchFamily="34" charset="0"/>
              </a:rPr>
              <a:t>Business Value:</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Provides historical traceability of stock flow, enabling inventory turnover analysis, velocity tracking, and operational accountability.</a:t>
            </a:r>
          </a:p>
          <a:p>
            <a:pPr lvl="1" eaLnBrk="0" fontAlgn="base" hangingPunct="0">
              <a:spcBef>
                <a:spcPct val="0"/>
              </a:spcBef>
              <a:spcAft>
                <a:spcPct val="0"/>
              </a:spcAft>
            </a:pPr>
            <a:r>
              <a:rPr kumimoji="0" lang="en-US" altLang="en-UG" b="1" i="0" u="none" strike="noStrike" cap="none" normalizeH="0" baseline="0" dirty="0">
                <a:ln>
                  <a:noFill/>
                </a:ln>
                <a:solidFill>
                  <a:schemeClr val="tx1"/>
                </a:solidFill>
                <a:effectLst/>
                <a:latin typeface="Arial" panose="020B0604020202020204" pitchFamily="34" charset="0"/>
              </a:rPr>
              <a:t>-</a:t>
            </a:r>
            <a:r>
              <a:rPr kumimoji="0" lang="en-UG" altLang="en-UG" b="1" i="0" u="none" strike="noStrike" cap="none" normalizeH="0" baseline="0" dirty="0">
                <a:ln>
                  <a:noFill/>
                </a:ln>
                <a:solidFill>
                  <a:schemeClr val="tx1"/>
                </a:solidFill>
                <a:effectLst/>
                <a:latin typeface="Arial" panose="020B0604020202020204" pitchFamily="34" charset="0"/>
              </a:rPr>
              <a:t>Warehouse</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Contains warehouse master data such as location and identifier.</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1" u="none" strike="noStrike" cap="none" normalizeH="0" baseline="0" dirty="0">
                <a:ln>
                  <a:noFill/>
                </a:ln>
                <a:solidFill>
                  <a:schemeClr val="tx1"/>
                </a:solidFill>
                <a:effectLst/>
                <a:latin typeface="Arial" panose="020B0604020202020204" pitchFamily="34" charset="0"/>
              </a:rPr>
              <a:t>Business Value:</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Allows inventory and throughput analysis by warehouse, supporting capacity planning and location-based performance insights.</a:t>
            </a:r>
            <a:endParaRPr kumimoji="0" lang="en-US" altLang="en-UG"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G" dirty="0">
              <a:latin typeface="Arial" panose="020B0604020202020204" pitchFamily="34" charset="0"/>
            </a:endParaRPr>
          </a:p>
          <a:p>
            <a:pPr lvl="1"/>
            <a:r>
              <a:rPr lang="en-US" sz="2000" b="1" dirty="0"/>
              <a:t>.Logistics, Delivery &amp; Fulfillment Layer</a:t>
            </a:r>
          </a:p>
          <a:p>
            <a:pPr lvl="1"/>
            <a:r>
              <a:rPr lang="en-US" b="1" dirty="0"/>
              <a:t>-Shipment</a:t>
            </a:r>
            <a:br>
              <a:rPr lang="en-US" dirty="0"/>
            </a:br>
            <a:r>
              <a:rPr lang="en-US" dirty="0"/>
              <a:t>Tracks inbound and outbound shipments, including carrier, origin, and shipment status.</a:t>
            </a:r>
            <a:br>
              <a:rPr lang="en-US" dirty="0"/>
            </a:br>
            <a:r>
              <a:rPr lang="en-US" i="1" dirty="0"/>
              <a:t>Business Value:</a:t>
            </a:r>
            <a:br>
              <a:rPr lang="en-US" dirty="0"/>
            </a:br>
            <a:r>
              <a:rPr lang="en-US" dirty="0"/>
              <a:t>Enables monitoring of transit performance, delivery timelines, and logistics bottlenecks across the supply chain.</a:t>
            </a:r>
          </a:p>
          <a:p>
            <a:pPr lvl="1"/>
            <a:r>
              <a:rPr lang="en-US" b="1" dirty="0"/>
              <a:t>-Carrier</a:t>
            </a:r>
            <a:br>
              <a:rPr lang="en-US" dirty="0"/>
            </a:br>
            <a:r>
              <a:rPr lang="en-US" dirty="0"/>
              <a:t>Stores carrier master data.</a:t>
            </a:r>
            <a:br>
              <a:rPr lang="en-US" dirty="0"/>
            </a:br>
            <a:r>
              <a:rPr lang="en-US" i="1" dirty="0"/>
              <a:t>Business Value:</a:t>
            </a:r>
            <a:br>
              <a:rPr lang="en-US" dirty="0"/>
            </a:br>
            <a:r>
              <a:rPr lang="en-US" dirty="0"/>
              <a:t>Supports carrier performance comparison, reliability assessment, and logistics cost optimization decisions.</a:t>
            </a:r>
          </a:p>
          <a:p>
            <a:pPr marL="0" marR="0" lvl="0" indent="0" algn="l" defTabSz="914400" rtl="0" eaLnBrk="0" fontAlgn="base" latinLnBrk="0" hangingPunct="0">
              <a:lnSpc>
                <a:spcPct val="100000"/>
              </a:lnSpc>
              <a:spcBef>
                <a:spcPct val="0"/>
              </a:spcBef>
              <a:spcAft>
                <a:spcPct val="0"/>
              </a:spcAft>
              <a:buClrTx/>
              <a:buSzTx/>
              <a:tabLst/>
            </a:pPr>
            <a:endParaRPr kumimoji="0" lang="en-UG" altLang="en-UG"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5467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941CAB-E5C1-CA19-FB0D-A69BAAC93194}"/>
              </a:ext>
            </a:extLst>
          </p:cNvPr>
          <p:cNvSpPr>
            <a:spLocks noChangeArrowheads="1"/>
          </p:cNvSpPr>
          <p:nvPr/>
        </p:nvSpPr>
        <p:spPr bwMode="auto">
          <a:xfrm>
            <a:off x="517071" y="226679"/>
            <a:ext cx="1115785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pPr>
            <a:r>
              <a:rPr kumimoji="0" lang="en-US" altLang="en-UG" b="1" i="0" u="none" strike="noStrike" cap="none" normalizeH="0" baseline="0" dirty="0">
                <a:ln>
                  <a:noFill/>
                </a:ln>
                <a:solidFill>
                  <a:schemeClr val="tx1"/>
                </a:solidFill>
                <a:effectLst/>
                <a:latin typeface="Arial" panose="020B0604020202020204" pitchFamily="34" charset="0"/>
              </a:rPr>
              <a:t>-</a:t>
            </a:r>
            <a:r>
              <a:rPr kumimoji="0" lang="en-UG" altLang="en-UG" b="1" i="0" u="none" strike="noStrike" cap="none" normalizeH="0" baseline="0" dirty="0">
                <a:ln>
                  <a:noFill/>
                </a:ln>
                <a:solidFill>
                  <a:schemeClr val="tx1"/>
                </a:solidFill>
                <a:effectLst/>
                <a:latin typeface="Arial" panose="020B0604020202020204" pitchFamily="34" charset="0"/>
              </a:rPr>
              <a:t>Sales</a:t>
            </a:r>
            <a:r>
              <a:rPr kumimoji="0" lang="en-US" altLang="en-UG" b="1" i="0" u="none" strike="noStrike" cap="none" normalizeH="0" baseline="0" dirty="0">
                <a:ln>
                  <a:noFill/>
                </a:ln>
                <a:solidFill>
                  <a:schemeClr val="tx1"/>
                </a:solidFill>
                <a:effectLst/>
                <a:latin typeface="Arial" panose="020B0604020202020204" pitchFamily="34" charset="0"/>
              </a:rPr>
              <a:t> </a:t>
            </a:r>
            <a:r>
              <a:rPr kumimoji="0" lang="en-UG" altLang="en-UG" b="1" i="0" u="none" strike="noStrike" cap="none" normalizeH="0" baseline="0" dirty="0">
                <a:ln>
                  <a:noFill/>
                </a:ln>
                <a:solidFill>
                  <a:schemeClr val="tx1"/>
                </a:solidFill>
                <a:effectLst/>
                <a:latin typeface="Arial" panose="020B0604020202020204" pitchFamily="34" charset="0"/>
              </a:rPr>
              <a:t>Order</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Represents customer demand through sales orders.</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1" u="none" strike="noStrike" cap="none" normalizeH="0" baseline="0" dirty="0">
                <a:ln>
                  <a:noFill/>
                </a:ln>
                <a:solidFill>
                  <a:schemeClr val="tx1"/>
                </a:solidFill>
                <a:effectLst/>
                <a:latin typeface="Arial" panose="020B0604020202020204" pitchFamily="34" charset="0"/>
              </a:rPr>
              <a:t>Business Value:</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Enables demand analysis and alignment checks between procurement planning and customer requirements.</a:t>
            </a:r>
          </a:p>
          <a:p>
            <a:pPr lvl="1" eaLnBrk="0" fontAlgn="base" hangingPunct="0">
              <a:spcBef>
                <a:spcPct val="0"/>
              </a:spcBef>
              <a:spcAft>
                <a:spcPct val="0"/>
              </a:spcAft>
            </a:pPr>
            <a:r>
              <a:rPr kumimoji="0" lang="en-US" altLang="en-UG" b="1" i="0" u="none" strike="noStrike" cap="none" normalizeH="0" baseline="0" dirty="0">
                <a:ln>
                  <a:noFill/>
                </a:ln>
                <a:solidFill>
                  <a:schemeClr val="tx1"/>
                </a:solidFill>
                <a:effectLst/>
                <a:latin typeface="Arial" panose="020B0604020202020204" pitchFamily="34" charset="0"/>
              </a:rPr>
              <a:t>-</a:t>
            </a:r>
            <a:r>
              <a:rPr kumimoji="0" lang="en-UG" altLang="en-UG" b="1" i="0" u="none" strike="noStrike" cap="none" normalizeH="0" baseline="0" dirty="0">
                <a:ln>
                  <a:noFill/>
                </a:ln>
                <a:solidFill>
                  <a:schemeClr val="tx1"/>
                </a:solidFill>
                <a:effectLst/>
                <a:latin typeface="Arial" panose="020B0604020202020204" pitchFamily="34" charset="0"/>
              </a:rPr>
              <a:t>Fulfillment</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Links sales orders to shipments and fulfillment status.</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1" u="none" strike="noStrike" cap="none" normalizeH="0" baseline="0" dirty="0">
                <a:ln>
                  <a:noFill/>
                </a:ln>
                <a:solidFill>
                  <a:schemeClr val="tx1"/>
                </a:solidFill>
                <a:effectLst/>
                <a:latin typeface="Arial" panose="020B0604020202020204" pitchFamily="34" charset="0"/>
              </a:rPr>
              <a:t>Business Value:</a:t>
            </a:r>
            <a:br>
              <a:rPr kumimoji="0" lang="en-UG" altLang="en-UG" b="0" i="0" u="none" strike="noStrike" cap="none" normalizeH="0" baseline="0" dirty="0">
                <a:ln>
                  <a:noFill/>
                </a:ln>
                <a:solidFill>
                  <a:schemeClr val="tx1"/>
                </a:solidFill>
                <a:effectLst/>
                <a:latin typeface="Arial" panose="020B0604020202020204" pitchFamily="34" charset="0"/>
              </a:rPr>
            </a:br>
            <a:r>
              <a:rPr kumimoji="0" lang="en-UG" altLang="en-UG" b="0" i="0" u="none" strike="noStrike" cap="none" normalizeH="0" baseline="0" dirty="0">
                <a:ln>
                  <a:noFill/>
                </a:ln>
                <a:solidFill>
                  <a:schemeClr val="tx1"/>
                </a:solidFill>
                <a:effectLst/>
                <a:latin typeface="Arial" panose="020B0604020202020204" pitchFamily="34" charset="0"/>
              </a:rPr>
              <a:t>Provides visibility into order fulfillment effectiveness, highlighting shipped vs pending orders and service level gaps.</a:t>
            </a:r>
            <a:endParaRPr kumimoji="0" lang="en-US" altLang="en-UG"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G"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lang="en-US" altLang="en-UG" dirty="0">
              <a:latin typeface="Arial" panose="020B0604020202020204" pitchFamily="34" charset="0"/>
            </a:endParaRPr>
          </a:p>
          <a:p>
            <a:pPr lvl="1" eaLnBrk="0" fontAlgn="base" hangingPunct="0">
              <a:spcBef>
                <a:spcPct val="0"/>
              </a:spcBef>
              <a:spcAft>
                <a:spcPct val="0"/>
              </a:spcAft>
            </a:pPr>
            <a:endParaRPr kumimoji="0" lang="en-UG" altLang="en-UG"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67DD518B-4A5C-C29E-9675-57B902C22F05}"/>
              </a:ext>
            </a:extLst>
          </p:cNvPr>
          <p:cNvSpPr>
            <a:spLocks noChangeArrowheads="1"/>
          </p:cNvSpPr>
          <p:nvPr/>
        </p:nvSpPr>
        <p:spPr bwMode="auto">
          <a:xfrm>
            <a:off x="517070" y="3334044"/>
            <a:ext cx="1115785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G" altLang="en-UG" sz="1800" b="1" i="0" u="none" strike="noStrike" cap="none" normalizeH="0" baseline="0" dirty="0">
                <a:ln>
                  <a:noFill/>
                </a:ln>
                <a:solidFill>
                  <a:schemeClr val="tx1"/>
                </a:solidFill>
                <a:effectLst/>
                <a:latin typeface="Arial" panose="020B0604020202020204" pitchFamily="34" charset="0"/>
              </a:rPr>
              <a:t>Tools &amp; Methodology:</a:t>
            </a:r>
            <a:r>
              <a:rPr kumimoji="0" lang="en-UG" altLang="en-UG" sz="1800" b="0" i="0" u="none" strike="noStrike" cap="none" normalizeH="0" baseline="0" dirty="0">
                <a:ln>
                  <a:noFill/>
                </a:ln>
                <a:solidFill>
                  <a:schemeClr val="tx1"/>
                </a:solidFill>
                <a:effectLst/>
                <a:latin typeface="Arial" panose="020B0604020202020204" pitchFamily="34" charset="0"/>
              </a:rPr>
              <a:t> Data was cleaned and transformed using </a:t>
            </a:r>
            <a:r>
              <a:rPr kumimoji="0" lang="en-UG" altLang="en-UG" sz="1800" b="1" i="0" u="none" strike="noStrike" cap="none" normalizeH="0" baseline="0" dirty="0">
                <a:ln>
                  <a:noFill/>
                </a:ln>
                <a:solidFill>
                  <a:schemeClr val="tx1"/>
                </a:solidFill>
                <a:effectLst/>
                <a:latin typeface="Arial" panose="020B0604020202020204" pitchFamily="34" charset="0"/>
              </a:rPr>
              <a:t>Power Query</a:t>
            </a:r>
            <a:r>
              <a:rPr kumimoji="0" lang="en-UG" altLang="en-UG" sz="1800" b="0" i="0" u="none" strike="noStrike" cap="none" normalizeH="0" baseline="0" dirty="0">
                <a:ln>
                  <a:noFill/>
                </a:ln>
                <a:solidFill>
                  <a:schemeClr val="tx1"/>
                </a:solidFill>
                <a:effectLst/>
                <a:latin typeface="Arial" panose="020B0604020202020204" pitchFamily="34" charset="0"/>
              </a:rPr>
              <a:t>, modelled using </a:t>
            </a:r>
            <a:r>
              <a:rPr kumimoji="0" lang="en-UG" altLang="en-UG" sz="1800" b="1" i="0" u="none" strike="noStrike" cap="none" normalizeH="0" baseline="0" dirty="0">
                <a:ln>
                  <a:noFill/>
                </a:ln>
                <a:solidFill>
                  <a:schemeClr val="tx1"/>
                </a:solidFill>
                <a:effectLst/>
                <a:latin typeface="Arial" panose="020B0604020202020204" pitchFamily="34" charset="0"/>
              </a:rPr>
              <a:t>DAX within Excel’s Data Model</a:t>
            </a:r>
            <a:r>
              <a:rPr kumimoji="0" lang="en-UG" altLang="en-UG" sz="1800" b="0" i="0" u="none" strike="noStrike" cap="none" normalizeH="0" baseline="0" dirty="0">
                <a:ln>
                  <a:noFill/>
                </a:ln>
                <a:solidFill>
                  <a:schemeClr val="tx1"/>
                </a:solidFill>
                <a:effectLst/>
                <a:latin typeface="Arial" panose="020B0604020202020204" pitchFamily="34" charset="0"/>
              </a:rPr>
              <a:t>, and analysed using </a:t>
            </a:r>
            <a:r>
              <a:rPr kumimoji="0" lang="en-UG" altLang="en-UG" sz="1800" b="1" i="0" u="none" strike="noStrike" cap="none" normalizeH="0" baseline="0" dirty="0">
                <a:ln>
                  <a:noFill/>
                </a:ln>
                <a:solidFill>
                  <a:schemeClr val="tx1"/>
                </a:solidFill>
                <a:effectLst/>
                <a:latin typeface="Arial" panose="020B0604020202020204" pitchFamily="34" charset="0"/>
              </a:rPr>
              <a:t>pivot tables and KPI calculations</a:t>
            </a:r>
            <a:r>
              <a:rPr kumimoji="0" lang="en-UG" altLang="en-UG" sz="1800" b="0" i="0" u="none" strike="noStrike" cap="none" normalizeH="0" baseline="0" dirty="0">
                <a:ln>
                  <a:noFill/>
                </a:ln>
                <a:solidFill>
                  <a:schemeClr val="tx1"/>
                </a:solidFill>
                <a:effectLst/>
                <a:latin typeface="Arial" panose="020B0604020202020204" pitchFamily="34" charset="0"/>
              </a:rPr>
              <a:t>. Dashboards and visuals were built entirely in Excel using conditional formatting and KPI cards.</a:t>
            </a:r>
          </a:p>
          <a:p>
            <a:pPr marL="0" marR="0" lvl="0" indent="0" algn="l" defTabSz="914400" rtl="0" eaLnBrk="0" fontAlgn="base" latinLnBrk="0" hangingPunct="0">
              <a:lnSpc>
                <a:spcPct val="100000"/>
              </a:lnSpc>
              <a:spcBef>
                <a:spcPct val="0"/>
              </a:spcBef>
              <a:spcAft>
                <a:spcPct val="0"/>
              </a:spcAft>
              <a:buClrTx/>
              <a:buSzTx/>
              <a:tabLst/>
            </a:pPr>
            <a:endParaRPr kumimoji="0" lang="en-US" altLang="en-UG"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G" altLang="en-UG" sz="1800" b="1" i="0" u="none" strike="noStrike" cap="none" normalizeH="0" baseline="0" dirty="0">
                <a:ln>
                  <a:noFill/>
                </a:ln>
                <a:solidFill>
                  <a:schemeClr val="tx1"/>
                </a:solidFill>
                <a:effectLst/>
                <a:latin typeface="Arial" panose="020B0604020202020204" pitchFamily="34" charset="0"/>
              </a:rPr>
              <a:t>Value Delivered:</a:t>
            </a:r>
            <a:r>
              <a:rPr kumimoji="0" lang="en-UG" altLang="en-UG" sz="1800" b="0" i="0" u="none" strike="noStrike" cap="none" normalizeH="0" baseline="0" dirty="0">
                <a:ln>
                  <a:noFill/>
                </a:ln>
                <a:solidFill>
                  <a:schemeClr val="tx1"/>
                </a:solidFill>
                <a:effectLst/>
                <a:latin typeface="Arial" panose="020B0604020202020204" pitchFamily="34" charset="0"/>
              </a:rPr>
              <a:t> The unified model provides end-to-end supply chain intelligence, enabling data-driven procurement, inventory, and logistics decisions in both on-site and remote environments.</a:t>
            </a:r>
          </a:p>
        </p:txBody>
      </p:sp>
    </p:spTree>
    <p:extLst>
      <p:ext uri="{BB962C8B-B14F-4D97-AF65-F5344CB8AC3E}">
        <p14:creationId xmlns:p14="http://schemas.microsoft.com/office/powerpoint/2010/main" val="774859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BD9BCE-5CD5-FF1D-F599-BB7A047E151A}"/>
              </a:ext>
            </a:extLst>
          </p:cNvPr>
          <p:cNvSpPr txBox="1"/>
          <p:nvPr/>
        </p:nvSpPr>
        <p:spPr>
          <a:xfrm>
            <a:off x="1137557" y="413656"/>
            <a:ext cx="10265228" cy="646331"/>
          </a:xfrm>
          <a:prstGeom prst="rect">
            <a:avLst/>
          </a:prstGeom>
          <a:noFill/>
        </p:spPr>
        <p:txBody>
          <a:bodyPr wrap="square" rtlCol="0">
            <a:spAutoFit/>
          </a:bodyPr>
          <a:lstStyle/>
          <a:p>
            <a:pPr algn="ctr"/>
            <a:r>
              <a:rPr lang="en-US" sz="3600" b="1" dirty="0"/>
              <a:t>WHY THIS PROJECT</a:t>
            </a:r>
            <a:endParaRPr lang="en-UG" sz="3600" b="1" dirty="0"/>
          </a:p>
        </p:txBody>
      </p:sp>
      <p:sp>
        <p:nvSpPr>
          <p:cNvPr id="4" name="TextBox 3">
            <a:extLst>
              <a:ext uri="{FF2B5EF4-FFF2-40B4-BE49-F238E27FC236}">
                <a16:creationId xmlns:a16="http://schemas.microsoft.com/office/drawing/2014/main" id="{68170633-240D-9EAA-147A-84664DB7003B}"/>
              </a:ext>
            </a:extLst>
          </p:cNvPr>
          <p:cNvSpPr txBox="1"/>
          <p:nvPr/>
        </p:nvSpPr>
        <p:spPr>
          <a:xfrm>
            <a:off x="789215" y="1059987"/>
            <a:ext cx="10730592" cy="4801314"/>
          </a:xfrm>
          <a:prstGeom prst="rect">
            <a:avLst/>
          </a:prstGeom>
          <a:noFill/>
        </p:spPr>
        <p:txBody>
          <a:bodyPr wrap="square" rtlCol="0">
            <a:spAutoFit/>
          </a:bodyPr>
          <a:lstStyle/>
          <a:p>
            <a:r>
              <a:rPr lang="en-US" dirty="0"/>
              <a:t>Supply chain decisions are often made without integrated, end-to-end visibility across procurement, inventory, and fulfillment.</a:t>
            </a:r>
          </a:p>
          <a:p>
            <a:r>
              <a:rPr lang="en-US" dirty="0"/>
              <a:t>Many organizations struggle with siloed data, making it difficult to identify cost drivers, supplier risks, and delivery bottlenecks.</a:t>
            </a:r>
          </a:p>
          <a:p>
            <a:endParaRPr lang="en-US" dirty="0"/>
          </a:p>
          <a:p>
            <a:r>
              <a:rPr lang="en-US" dirty="0"/>
              <a:t>This project was designed to demonstrate </a:t>
            </a:r>
            <a:r>
              <a:rPr lang="en-US" b="1" dirty="0"/>
              <a:t>end-to-end supply chain analysis</a:t>
            </a:r>
            <a:r>
              <a:rPr lang="en-US" dirty="0"/>
              <a:t>, treating procurement, inventory, logistics, and fulfillment as one connected system.</a:t>
            </a:r>
          </a:p>
          <a:p>
            <a:r>
              <a:rPr lang="en-US" dirty="0"/>
              <a:t>In many organizations, procurement decisions are made without full visibility into downstream impacts such as stock imbalances, delivery delays, or supplier reliability. This disconnect leads to inefficiencies, higher costs, and reactive decision-making.</a:t>
            </a:r>
          </a:p>
          <a:p>
            <a:r>
              <a:rPr lang="en-US" dirty="0"/>
              <a:t>By integrating multiple operational datasets into a single data model, this project shows how data can be used to:</a:t>
            </a:r>
          </a:p>
          <a:p>
            <a:r>
              <a:rPr lang="en-US" dirty="0"/>
              <a:t>Connect sourcing decisions to inventory and delivery outcomes</a:t>
            </a:r>
          </a:p>
          <a:p>
            <a:r>
              <a:rPr lang="en-US" dirty="0"/>
              <a:t>Identify performance gaps across the supply chain</a:t>
            </a:r>
          </a:p>
          <a:p>
            <a:r>
              <a:rPr lang="en-US" dirty="0"/>
              <a:t>Support data-driven decisions for procurement and logistics leaders</a:t>
            </a:r>
          </a:p>
          <a:p>
            <a:r>
              <a:rPr lang="en-US" dirty="0"/>
              <a:t>The project reflects real-world supply chain complexity and demonstrates the ability to deliver </a:t>
            </a:r>
            <a:r>
              <a:rPr lang="en-US" b="1" dirty="0"/>
              <a:t>decision-ready insights in remote, analytics-driven environments</a:t>
            </a:r>
            <a:r>
              <a:rPr lang="en-US" dirty="0"/>
              <a:t>.</a:t>
            </a:r>
          </a:p>
        </p:txBody>
      </p:sp>
    </p:spTree>
    <p:extLst>
      <p:ext uri="{BB962C8B-B14F-4D97-AF65-F5344CB8AC3E}">
        <p14:creationId xmlns:p14="http://schemas.microsoft.com/office/powerpoint/2010/main" val="4189429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7AF3EC-2B2E-1A7F-8F53-7198573CFB75}"/>
              </a:ext>
            </a:extLst>
          </p:cNvPr>
          <p:cNvSpPr txBox="1"/>
          <p:nvPr/>
        </p:nvSpPr>
        <p:spPr>
          <a:xfrm>
            <a:off x="2046515" y="326962"/>
            <a:ext cx="7532914" cy="461665"/>
          </a:xfrm>
          <a:prstGeom prst="rect">
            <a:avLst/>
          </a:prstGeom>
          <a:noFill/>
        </p:spPr>
        <p:txBody>
          <a:bodyPr wrap="square">
            <a:spAutoFit/>
          </a:bodyPr>
          <a:lstStyle/>
          <a:p>
            <a:pPr algn="ctr"/>
            <a:r>
              <a:rPr lang="en-US" sz="2400" b="1" dirty="0"/>
              <a:t>Dashboard 1 – SUPPLIER PERFORMANCE OVERVIEW</a:t>
            </a:r>
            <a:endParaRPr lang="en-UG" sz="2400" b="1" dirty="0"/>
          </a:p>
        </p:txBody>
      </p:sp>
      <p:sp>
        <p:nvSpPr>
          <p:cNvPr id="8" name="TextBox 7">
            <a:extLst>
              <a:ext uri="{FF2B5EF4-FFF2-40B4-BE49-F238E27FC236}">
                <a16:creationId xmlns:a16="http://schemas.microsoft.com/office/drawing/2014/main" id="{0F985F09-C42B-A45E-9681-D198DAE8BD81}"/>
              </a:ext>
            </a:extLst>
          </p:cNvPr>
          <p:cNvSpPr txBox="1"/>
          <p:nvPr/>
        </p:nvSpPr>
        <p:spPr>
          <a:xfrm>
            <a:off x="751110" y="898727"/>
            <a:ext cx="11277601" cy="4278094"/>
          </a:xfrm>
          <a:prstGeom prst="rect">
            <a:avLst/>
          </a:prstGeom>
          <a:noFill/>
        </p:spPr>
        <p:txBody>
          <a:bodyPr wrap="square">
            <a:spAutoFit/>
          </a:bodyPr>
          <a:lstStyle/>
          <a:p>
            <a:pPr>
              <a:buNone/>
            </a:pPr>
            <a:r>
              <a:rPr lang="en-US" sz="1600" b="1" dirty="0">
                <a:effectLst/>
              </a:rPr>
              <a:t>PROBLEM STATEMENT:</a:t>
            </a:r>
            <a:r>
              <a:rPr lang="en-US" sz="1600" dirty="0">
                <a:effectLst/>
              </a:rPr>
              <a:t> Limited visibility into supplier reliability and quality has led to inconsistent deliveries and suboptimal procurement decisions.</a:t>
            </a:r>
          </a:p>
          <a:p>
            <a:pPr>
              <a:buNone/>
            </a:pPr>
            <a:endParaRPr lang="en-US" sz="1600" dirty="0">
              <a:effectLst/>
            </a:endParaRPr>
          </a:p>
          <a:p>
            <a:pPr>
              <a:buNone/>
            </a:pPr>
            <a:r>
              <a:rPr lang="en-US" sz="1600" b="1" dirty="0">
                <a:effectLst/>
              </a:rPr>
              <a:t>KEY KPIS:</a:t>
            </a:r>
            <a:endParaRPr lang="en-US" sz="1600" dirty="0">
              <a:effectLst/>
            </a:endParaRPr>
          </a:p>
          <a:p>
            <a:pPr>
              <a:buFont typeface="Arial" panose="020B0604020202020204" pitchFamily="34" charset="0"/>
              <a:buChar char="•"/>
            </a:pPr>
            <a:r>
              <a:rPr lang="en-US" sz="1600" dirty="0">
                <a:effectLst/>
              </a:rPr>
              <a:t>On-Time Delivery Rate</a:t>
            </a:r>
          </a:p>
          <a:p>
            <a:pPr>
              <a:buFont typeface="Arial" panose="020B0604020202020204" pitchFamily="34" charset="0"/>
              <a:buChar char="•"/>
            </a:pPr>
            <a:r>
              <a:rPr lang="en-US" sz="1600" dirty="0">
                <a:effectLst/>
              </a:rPr>
              <a:t>Supplier Lead Time</a:t>
            </a:r>
          </a:p>
          <a:p>
            <a:pPr>
              <a:buFont typeface="Arial" panose="020B0604020202020204" pitchFamily="34" charset="0"/>
              <a:buChar char="•"/>
            </a:pPr>
            <a:r>
              <a:rPr lang="en-US" sz="1600" dirty="0">
                <a:effectLst/>
              </a:rPr>
              <a:t>Quality Score</a:t>
            </a:r>
          </a:p>
          <a:p>
            <a:pPr>
              <a:buFont typeface="Arial" panose="020B0604020202020204" pitchFamily="34" charset="0"/>
              <a:buChar char="•"/>
            </a:pPr>
            <a:r>
              <a:rPr lang="en-US" sz="1600" dirty="0">
                <a:effectLst/>
              </a:rPr>
              <a:t>Total Supplier Spend</a:t>
            </a:r>
          </a:p>
          <a:p>
            <a:pPr>
              <a:buNone/>
            </a:pPr>
            <a:endParaRPr lang="en-US" sz="1600" dirty="0"/>
          </a:p>
          <a:p>
            <a:pPr>
              <a:buNone/>
            </a:pPr>
            <a:r>
              <a:rPr lang="en-US" sz="1600" b="1" dirty="0">
                <a:effectLst/>
              </a:rPr>
              <a:t>KEY INSIGHTS:</a:t>
            </a:r>
            <a:endParaRPr lang="en-US" sz="1600" dirty="0">
              <a:effectLst/>
            </a:endParaRPr>
          </a:p>
          <a:p>
            <a:r>
              <a:rPr lang="en-US" sz="1600" b="1" dirty="0"/>
              <a:t>High PO Volume vs. Quality</a:t>
            </a:r>
            <a:r>
              <a:rPr lang="en-US" sz="1600" dirty="0"/>
              <a:t>: Cocoa World Inc. leads in purchase orders (637) and spend ($17.5M) yet has the lowest quality score (4.57).</a:t>
            </a:r>
          </a:p>
          <a:p>
            <a:r>
              <a:rPr lang="en-US" sz="1600" b="1" dirty="0"/>
              <a:t>Delivery Strength</a:t>
            </a:r>
            <a:r>
              <a:rPr lang="en-US" sz="1600" dirty="0"/>
              <a:t>: Cocoa World Inc. also has the highest on-time delivery rate (98%), suggesting operational reliability despite quality concerns.</a:t>
            </a:r>
          </a:p>
          <a:p>
            <a:r>
              <a:rPr lang="en-US" sz="1600" b="1" dirty="0"/>
              <a:t>Balanced Spend</a:t>
            </a:r>
            <a:r>
              <a:rPr lang="en-US" sz="1600" dirty="0"/>
              <a:t>: All four suppliers have relatively even spend distribution, indicating procurement balance.</a:t>
            </a:r>
          </a:p>
          <a:p>
            <a:r>
              <a:rPr lang="en-US" sz="1600" b="1" dirty="0"/>
              <a:t>Quality Leaders</a:t>
            </a:r>
            <a:r>
              <a:rPr lang="en-US" sz="1600" dirty="0"/>
              <a:t>: Packaging Pros and Dairy Farms United outperform in quality scores (4.86 and 4.76 respectively).</a:t>
            </a:r>
          </a:p>
          <a:p>
            <a:endParaRPr lang="en-US" sz="1600" dirty="0">
              <a:effectLst/>
            </a:endParaRPr>
          </a:p>
        </p:txBody>
      </p:sp>
      <p:sp>
        <p:nvSpPr>
          <p:cNvPr id="2" name="Rectangle 1">
            <a:extLst>
              <a:ext uri="{FF2B5EF4-FFF2-40B4-BE49-F238E27FC236}">
                <a16:creationId xmlns:a16="http://schemas.microsoft.com/office/drawing/2014/main" id="{0FFA528D-E36B-B5B6-0AAA-2EEB9D6E5B74}"/>
              </a:ext>
            </a:extLst>
          </p:cNvPr>
          <p:cNvSpPr>
            <a:spLocks noChangeArrowheads="1"/>
          </p:cNvSpPr>
          <p:nvPr/>
        </p:nvSpPr>
        <p:spPr bwMode="auto">
          <a:xfrm>
            <a:off x="751109" y="5176821"/>
            <a:ext cx="1127760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G" sz="1600" b="1" dirty="0">
                <a:latin typeface="Arial" panose="020B0604020202020204" pitchFamily="34" charset="0"/>
              </a:rPr>
              <a:t>RECOMMENDATIONS;</a:t>
            </a:r>
            <a:endParaRPr kumimoji="0" lang="en-US" altLang="en-UG"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Diversify PO Allocation</a:t>
            </a:r>
            <a:r>
              <a:rPr kumimoji="0" lang="en-UG" altLang="en-UG" sz="1600" b="0" i="0" u="none" strike="noStrike" cap="none" normalizeH="0" baseline="0" dirty="0">
                <a:ln>
                  <a:noFill/>
                </a:ln>
                <a:solidFill>
                  <a:schemeClr val="tx1"/>
                </a:solidFill>
                <a:effectLst/>
                <a:latin typeface="Arial" panose="020B0604020202020204" pitchFamily="34" charset="0"/>
              </a:rPr>
              <a:t>: Reduce dependence on Cocoa World Inc. by shifting more orders to higher-quality suppliers.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Supplier Development</a:t>
            </a:r>
            <a:r>
              <a:rPr kumimoji="0" lang="en-UG" altLang="en-UG" sz="1600" b="0" i="0" u="none" strike="noStrike" cap="none" normalizeH="0" baseline="0" dirty="0">
                <a:ln>
                  <a:noFill/>
                </a:ln>
                <a:solidFill>
                  <a:schemeClr val="tx1"/>
                </a:solidFill>
                <a:effectLst/>
                <a:latin typeface="Arial" panose="020B0604020202020204" pitchFamily="34" charset="0"/>
              </a:rPr>
              <a:t>: Engage Cocoa World Inc. in quality improvement initiatives to align performance with volume.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Performance-Based Contracts</a:t>
            </a:r>
            <a:r>
              <a:rPr kumimoji="0" lang="en-UG" altLang="en-UG" sz="1600" b="0" i="0" u="none" strike="noStrike" cap="none" normalizeH="0" baseline="0" dirty="0">
                <a:ln>
                  <a:noFill/>
                </a:ln>
                <a:solidFill>
                  <a:schemeClr val="tx1"/>
                </a:solidFill>
                <a:effectLst/>
                <a:latin typeface="Arial" panose="020B0604020202020204" pitchFamily="34" charset="0"/>
              </a:rPr>
              <a:t>: Introduce incentives or penalties tied to quality and delivery KPIs.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Quarterly Reviews</a:t>
            </a:r>
            <a:r>
              <a:rPr kumimoji="0" lang="en-UG" altLang="en-UG" sz="1600" b="0" i="0" u="none" strike="noStrike" cap="none" normalizeH="0" baseline="0" dirty="0">
                <a:ln>
                  <a:noFill/>
                </a:ln>
                <a:solidFill>
                  <a:schemeClr val="tx1"/>
                </a:solidFill>
                <a:effectLst/>
                <a:latin typeface="Arial" panose="020B0604020202020204" pitchFamily="34" charset="0"/>
              </a:rPr>
              <a:t>: Implement regular supplier scorecards to monitor trends and trigger corrective actions.</a:t>
            </a:r>
          </a:p>
        </p:txBody>
      </p:sp>
    </p:spTree>
    <p:extLst>
      <p:ext uri="{BB962C8B-B14F-4D97-AF65-F5344CB8AC3E}">
        <p14:creationId xmlns:p14="http://schemas.microsoft.com/office/powerpoint/2010/main" val="2086510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D9B5C3-76D3-9752-ECCF-A5E399E88B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44709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CCC980-ACB0-BB3F-BE36-160C5D58F7DA}"/>
              </a:ext>
            </a:extLst>
          </p:cNvPr>
          <p:cNvSpPr txBox="1"/>
          <p:nvPr/>
        </p:nvSpPr>
        <p:spPr>
          <a:xfrm>
            <a:off x="1426029" y="359620"/>
            <a:ext cx="8850085" cy="461665"/>
          </a:xfrm>
          <a:prstGeom prst="rect">
            <a:avLst/>
          </a:prstGeom>
          <a:noFill/>
        </p:spPr>
        <p:txBody>
          <a:bodyPr wrap="square">
            <a:spAutoFit/>
          </a:bodyPr>
          <a:lstStyle/>
          <a:p>
            <a:pPr algn="ctr"/>
            <a:r>
              <a:rPr lang="en-US" sz="2400" b="1" dirty="0"/>
              <a:t>Dashboard 2 – PROCUREMENT PERFORMANCE OVERVIEW</a:t>
            </a:r>
            <a:endParaRPr lang="en-UG" sz="2400" b="1" dirty="0"/>
          </a:p>
        </p:txBody>
      </p:sp>
      <p:sp>
        <p:nvSpPr>
          <p:cNvPr id="5" name="TextBox 4">
            <a:extLst>
              <a:ext uri="{FF2B5EF4-FFF2-40B4-BE49-F238E27FC236}">
                <a16:creationId xmlns:a16="http://schemas.microsoft.com/office/drawing/2014/main" id="{46356C40-C94B-D355-EEEE-1E7ADF634CBC}"/>
              </a:ext>
            </a:extLst>
          </p:cNvPr>
          <p:cNvSpPr txBox="1"/>
          <p:nvPr/>
        </p:nvSpPr>
        <p:spPr>
          <a:xfrm>
            <a:off x="772885" y="919256"/>
            <a:ext cx="10896601" cy="2308324"/>
          </a:xfrm>
          <a:prstGeom prst="rect">
            <a:avLst/>
          </a:prstGeom>
          <a:noFill/>
        </p:spPr>
        <p:txBody>
          <a:bodyPr wrap="square">
            <a:spAutoFit/>
          </a:bodyPr>
          <a:lstStyle/>
          <a:p>
            <a:pPr>
              <a:buNone/>
            </a:pPr>
            <a:r>
              <a:rPr lang="en-US" sz="1600" b="1" dirty="0">
                <a:effectLst/>
              </a:rPr>
              <a:t>PROBLEM STATEMENT:</a:t>
            </a:r>
            <a:r>
              <a:rPr lang="en-US" sz="1600" dirty="0">
                <a:effectLst/>
              </a:rPr>
              <a:t> Limited visibility into monthly procurement trends and supplier-level spend has hindered cost optimization and strategic sourcing.</a:t>
            </a:r>
          </a:p>
          <a:p>
            <a:pPr>
              <a:buNone/>
            </a:pPr>
            <a:endParaRPr lang="en-US" sz="1600" dirty="0">
              <a:effectLst/>
            </a:endParaRPr>
          </a:p>
          <a:p>
            <a:pPr>
              <a:buNone/>
            </a:pPr>
            <a:r>
              <a:rPr lang="en-US" sz="1600" b="1" dirty="0">
                <a:effectLst/>
              </a:rPr>
              <a:t>KEY KPIS:</a:t>
            </a:r>
            <a:endParaRPr lang="en-US" sz="1600" dirty="0">
              <a:effectLst/>
            </a:endParaRPr>
          </a:p>
          <a:p>
            <a:pPr>
              <a:buFont typeface="Arial" panose="020B0604020202020204" pitchFamily="34" charset="0"/>
              <a:buChar char="•"/>
            </a:pPr>
            <a:r>
              <a:rPr lang="en-US" sz="1600" dirty="0">
                <a:effectLst/>
              </a:rPr>
              <a:t>Total Procurement Spend</a:t>
            </a:r>
          </a:p>
          <a:p>
            <a:pPr>
              <a:buFont typeface="Arial" panose="020B0604020202020204" pitchFamily="34" charset="0"/>
              <a:buChar char="•"/>
            </a:pPr>
            <a:r>
              <a:rPr lang="en-US" sz="1600" dirty="0">
                <a:effectLst/>
              </a:rPr>
              <a:t>Total PO Spend</a:t>
            </a:r>
          </a:p>
          <a:p>
            <a:pPr>
              <a:buFont typeface="Arial" panose="020B0604020202020204" pitchFamily="34" charset="0"/>
              <a:buChar char="•"/>
            </a:pPr>
            <a:r>
              <a:rPr lang="en-US" sz="1600" dirty="0">
                <a:effectLst/>
              </a:rPr>
              <a:t>Average Order Value</a:t>
            </a:r>
          </a:p>
          <a:p>
            <a:pPr>
              <a:buFont typeface="Arial" panose="020B0604020202020204" pitchFamily="34" charset="0"/>
              <a:buChar char="•"/>
            </a:pPr>
            <a:r>
              <a:rPr lang="en-US" sz="1600" dirty="0">
                <a:effectLst/>
              </a:rPr>
              <a:t>Monthly PO Trends</a:t>
            </a:r>
          </a:p>
          <a:p>
            <a:pPr>
              <a:buFont typeface="Arial" panose="020B0604020202020204" pitchFamily="34" charset="0"/>
              <a:buChar char="•"/>
            </a:pPr>
            <a:r>
              <a:rPr lang="en-US" sz="1600" dirty="0">
                <a:effectLst/>
              </a:rPr>
              <a:t>Supplier Spend Distribution</a:t>
            </a:r>
          </a:p>
        </p:txBody>
      </p:sp>
      <p:sp>
        <p:nvSpPr>
          <p:cNvPr id="2" name="Rectangle 1">
            <a:extLst>
              <a:ext uri="{FF2B5EF4-FFF2-40B4-BE49-F238E27FC236}">
                <a16:creationId xmlns:a16="http://schemas.microsoft.com/office/drawing/2014/main" id="{4D1C8BB4-F1EB-F124-B6F2-79D179BD1239}"/>
              </a:ext>
            </a:extLst>
          </p:cNvPr>
          <p:cNvSpPr>
            <a:spLocks noChangeArrowheads="1"/>
          </p:cNvSpPr>
          <p:nvPr/>
        </p:nvSpPr>
        <p:spPr bwMode="auto">
          <a:xfrm>
            <a:off x="772883" y="3325551"/>
            <a:ext cx="1089660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G" sz="1600" b="1" i="0" u="none" strike="noStrike" cap="none" normalizeH="0" baseline="0" dirty="0">
                <a:ln>
                  <a:noFill/>
                </a:ln>
                <a:solidFill>
                  <a:schemeClr val="tx1"/>
                </a:solidFill>
                <a:effectLst/>
                <a:latin typeface="Arial" panose="020B0604020202020204" pitchFamily="34" charset="0"/>
              </a:rPr>
              <a:t>KEY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Spend Concentration</a:t>
            </a:r>
            <a:r>
              <a:rPr kumimoji="0" lang="en-UG" altLang="en-UG" sz="1600" b="0" i="0" u="none" strike="noStrike" cap="none" normalizeH="0" baseline="0" dirty="0">
                <a:ln>
                  <a:noFill/>
                </a:ln>
                <a:solidFill>
                  <a:schemeClr val="tx1"/>
                </a:solidFill>
                <a:effectLst/>
                <a:latin typeface="Arial" panose="020B0604020202020204" pitchFamily="34" charset="0"/>
              </a:rPr>
              <a:t>: Cocoa World Inc. and Global Sweeteners account for over 50% of procurement spend.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Stable Monthly Spend</a:t>
            </a:r>
            <a:r>
              <a:rPr kumimoji="0" lang="en-UG" altLang="en-UG" sz="1600" b="0" i="0" u="none" strike="noStrike" cap="none" normalizeH="0" baseline="0" dirty="0">
                <a:ln>
                  <a:noFill/>
                </a:ln>
                <a:solidFill>
                  <a:schemeClr val="tx1"/>
                </a:solidFill>
                <a:effectLst/>
                <a:latin typeface="Arial" panose="020B0604020202020204" pitchFamily="34" charset="0"/>
              </a:rPr>
              <a:t>: Monthly PO spend remains consistent, peaking in October ($6.4M).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High PO Volumes</a:t>
            </a:r>
            <a:r>
              <a:rPr kumimoji="0" lang="en-UG" altLang="en-UG" sz="1600" b="0" i="0" u="none" strike="noStrike" cap="none" normalizeH="0" baseline="0" dirty="0">
                <a:ln>
                  <a:noFill/>
                </a:ln>
                <a:solidFill>
                  <a:schemeClr val="tx1"/>
                </a:solidFill>
                <a:effectLst/>
                <a:latin typeface="Arial" panose="020B0604020202020204" pitchFamily="34" charset="0"/>
              </a:rPr>
              <a:t>: All suppliers exceed 26K POs annually, with Cocoa World Inc. slightly ahead.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Material Mix</a:t>
            </a:r>
            <a:r>
              <a:rPr kumimoji="0" lang="en-UG" altLang="en-UG" sz="1600" b="0" i="0" u="none" strike="noStrike" cap="none" normalizeH="0" baseline="0" dirty="0">
                <a:ln>
                  <a:noFill/>
                </a:ln>
                <a:solidFill>
                  <a:schemeClr val="tx1"/>
                </a:solidFill>
                <a:effectLst/>
                <a:latin typeface="Arial" panose="020B0604020202020204" pitchFamily="34" charset="0"/>
              </a:rPr>
              <a:t>: Organic Cane Sugar (26%) and Ghana Cocoa Beans (25%) dominate procurement quantity.</a:t>
            </a:r>
          </a:p>
        </p:txBody>
      </p:sp>
      <p:sp>
        <p:nvSpPr>
          <p:cNvPr id="6" name="TextBox 5">
            <a:extLst>
              <a:ext uri="{FF2B5EF4-FFF2-40B4-BE49-F238E27FC236}">
                <a16:creationId xmlns:a16="http://schemas.microsoft.com/office/drawing/2014/main" id="{325CEEC3-4138-5FE2-011F-9CDF156DC3FB}"/>
              </a:ext>
            </a:extLst>
          </p:cNvPr>
          <p:cNvSpPr txBox="1"/>
          <p:nvPr/>
        </p:nvSpPr>
        <p:spPr>
          <a:xfrm>
            <a:off x="772882" y="4854790"/>
            <a:ext cx="10896601" cy="1323439"/>
          </a:xfrm>
          <a:prstGeom prst="rect">
            <a:avLst/>
          </a:prstGeom>
          <a:noFill/>
        </p:spPr>
        <p:txBody>
          <a:bodyPr wrap="square">
            <a:spAutoFit/>
          </a:bodyPr>
          <a:lstStyle/>
          <a:p>
            <a:pPr>
              <a:buNone/>
            </a:pPr>
            <a:r>
              <a:rPr lang="en-US" sz="1600" b="1" dirty="0">
                <a:effectLst/>
              </a:rPr>
              <a:t>RECOMMENDATIONS:</a:t>
            </a:r>
          </a:p>
          <a:p>
            <a:pPr>
              <a:buFont typeface="Arial" panose="020B0604020202020204" pitchFamily="34" charset="0"/>
              <a:buChar char="•"/>
            </a:pPr>
            <a:r>
              <a:rPr lang="en-US" sz="1600" b="1" dirty="0">
                <a:effectLst/>
              </a:rPr>
              <a:t>Supplier Mix Optimization</a:t>
            </a:r>
            <a:r>
              <a:rPr lang="en-US" sz="1600" dirty="0">
                <a:effectLst/>
              </a:rPr>
              <a:t>: Reassess supplier contracts to reduce concentration risk and improve cost leverage.</a:t>
            </a:r>
          </a:p>
          <a:p>
            <a:pPr>
              <a:buFont typeface="Arial" panose="020B0604020202020204" pitchFamily="34" charset="0"/>
              <a:buChar char="•"/>
            </a:pPr>
            <a:r>
              <a:rPr lang="en-US" sz="1600" b="1" dirty="0">
                <a:effectLst/>
              </a:rPr>
              <a:t>Material Cost Analysis</a:t>
            </a:r>
            <a:r>
              <a:rPr lang="en-US" sz="1600" dirty="0">
                <a:effectLst/>
              </a:rPr>
              <a:t>: Conduct cost-per-unit analysis for high-volume materials to identify savings opportunities.</a:t>
            </a:r>
          </a:p>
          <a:p>
            <a:pPr>
              <a:buFont typeface="Arial" panose="020B0604020202020204" pitchFamily="34" charset="0"/>
              <a:buChar char="•"/>
            </a:pPr>
            <a:r>
              <a:rPr lang="en-US" sz="1600" b="1" dirty="0">
                <a:effectLst/>
              </a:rPr>
              <a:t>Dynamic Order Sizing</a:t>
            </a:r>
            <a:r>
              <a:rPr lang="en-US" sz="1600" dirty="0">
                <a:effectLst/>
              </a:rPr>
              <a:t>: Align PO volumes with seasonal demand and inventory levels to reduce excess.</a:t>
            </a:r>
          </a:p>
          <a:p>
            <a:pPr>
              <a:buFont typeface="Arial" panose="020B0604020202020204" pitchFamily="34" charset="0"/>
              <a:buChar char="•"/>
            </a:pPr>
            <a:r>
              <a:rPr lang="en-US" sz="1600" b="1" dirty="0">
                <a:effectLst/>
              </a:rPr>
              <a:t>Spend Forecasting</a:t>
            </a:r>
            <a:r>
              <a:rPr lang="en-US" sz="1600" dirty="0">
                <a:effectLst/>
              </a:rPr>
              <a:t>: Use historical monthly trends to build predictive models for budget planning.</a:t>
            </a:r>
          </a:p>
        </p:txBody>
      </p:sp>
    </p:spTree>
    <p:extLst>
      <p:ext uri="{BB962C8B-B14F-4D97-AF65-F5344CB8AC3E}">
        <p14:creationId xmlns:p14="http://schemas.microsoft.com/office/powerpoint/2010/main" val="3551416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C5BFCE-8405-CE28-08BF-53A034C7F7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26478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642CCB-E99A-C0FE-E25F-0903116492DD}"/>
              </a:ext>
            </a:extLst>
          </p:cNvPr>
          <p:cNvSpPr txBox="1"/>
          <p:nvPr/>
        </p:nvSpPr>
        <p:spPr>
          <a:xfrm>
            <a:off x="996043" y="232006"/>
            <a:ext cx="10199914" cy="461665"/>
          </a:xfrm>
          <a:prstGeom prst="rect">
            <a:avLst/>
          </a:prstGeom>
          <a:noFill/>
        </p:spPr>
        <p:txBody>
          <a:bodyPr wrap="square">
            <a:spAutoFit/>
          </a:bodyPr>
          <a:lstStyle/>
          <a:p>
            <a:pPr algn="ctr"/>
            <a:r>
              <a:rPr lang="en-US" sz="2400" b="1" dirty="0"/>
              <a:t>Dashboard 3 – INVENTORY &amp; WAREHOUSE PERFORMANCE OVERVIEW</a:t>
            </a:r>
            <a:endParaRPr lang="en-UG" sz="2400" b="1" dirty="0"/>
          </a:p>
        </p:txBody>
      </p:sp>
      <p:sp>
        <p:nvSpPr>
          <p:cNvPr id="5" name="TextBox 4">
            <a:extLst>
              <a:ext uri="{FF2B5EF4-FFF2-40B4-BE49-F238E27FC236}">
                <a16:creationId xmlns:a16="http://schemas.microsoft.com/office/drawing/2014/main" id="{7886B158-AECA-DDAC-3D69-29CD8832366D}"/>
              </a:ext>
            </a:extLst>
          </p:cNvPr>
          <p:cNvSpPr txBox="1"/>
          <p:nvPr/>
        </p:nvSpPr>
        <p:spPr>
          <a:xfrm>
            <a:off x="598712" y="693671"/>
            <a:ext cx="11408230" cy="2308324"/>
          </a:xfrm>
          <a:prstGeom prst="rect">
            <a:avLst/>
          </a:prstGeom>
          <a:noFill/>
        </p:spPr>
        <p:txBody>
          <a:bodyPr wrap="square">
            <a:spAutoFit/>
          </a:bodyPr>
          <a:lstStyle/>
          <a:p>
            <a:pPr>
              <a:buNone/>
            </a:pPr>
            <a:r>
              <a:rPr lang="en-US" sz="1600" b="1" dirty="0">
                <a:effectLst/>
              </a:rPr>
              <a:t>PROBLEM STATEMENT:</a:t>
            </a:r>
            <a:r>
              <a:rPr lang="en-US" sz="1600" dirty="0">
                <a:effectLst/>
              </a:rPr>
              <a:t> Lack of visibility into inventory distribution and inbound trends has led to inefficient stock allocation and missed optimization opportunities.</a:t>
            </a:r>
          </a:p>
          <a:p>
            <a:pPr>
              <a:buNone/>
            </a:pPr>
            <a:endParaRPr lang="en-US" sz="1600" dirty="0">
              <a:effectLst/>
            </a:endParaRPr>
          </a:p>
          <a:p>
            <a:pPr>
              <a:buNone/>
            </a:pPr>
            <a:r>
              <a:rPr lang="en-US" sz="1600" b="1" dirty="0">
                <a:effectLst/>
              </a:rPr>
              <a:t>KEY KPIS:</a:t>
            </a:r>
            <a:endParaRPr lang="en-US" sz="1600" dirty="0">
              <a:effectLst/>
            </a:endParaRPr>
          </a:p>
          <a:p>
            <a:pPr>
              <a:buFont typeface="Arial" panose="020B0604020202020204" pitchFamily="34" charset="0"/>
              <a:buChar char="•"/>
            </a:pPr>
            <a:r>
              <a:rPr lang="en-US" sz="1600" dirty="0">
                <a:effectLst/>
              </a:rPr>
              <a:t>Stock Value</a:t>
            </a:r>
          </a:p>
          <a:p>
            <a:pPr>
              <a:buFont typeface="Arial" panose="020B0604020202020204" pitchFamily="34" charset="0"/>
              <a:buChar char="•"/>
            </a:pPr>
            <a:r>
              <a:rPr lang="en-US" sz="1600" dirty="0">
                <a:effectLst/>
              </a:rPr>
              <a:t>Total On-hand Inventory</a:t>
            </a:r>
          </a:p>
          <a:p>
            <a:pPr>
              <a:buFont typeface="Arial" panose="020B0604020202020204" pitchFamily="34" charset="0"/>
              <a:buChar char="•"/>
            </a:pPr>
            <a:r>
              <a:rPr lang="en-US" sz="1600" dirty="0">
                <a:effectLst/>
              </a:rPr>
              <a:t>Inbound Stock Value</a:t>
            </a:r>
          </a:p>
          <a:p>
            <a:pPr>
              <a:buFont typeface="Arial" panose="020B0604020202020204" pitchFamily="34" charset="0"/>
              <a:buChar char="•"/>
            </a:pPr>
            <a:r>
              <a:rPr lang="en-US" sz="1600" dirty="0">
                <a:effectLst/>
              </a:rPr>
              <a:t>Inventory Quantity by Warehouse</a:t>
            </a:r>
          </a:p>
          <a:p>
            <a:pPr>
              <a:buFont typeface="Arial" panose="020B0604020202020204" pitchFamily="34" charset="0"/>
              <a:buChar char="•"/>
            </a:pPr>
            <a:r>
              <a:rPr lang="en-US" sz="1600" dirty="0">
                <a:effectLst/>
              </a:rPr>
              <a:t>Inventory Value by Material</a:t>
            </a:r>
          </a:p>
        </p:txBody>
      </p:sp>
      <p:sp>
        <p:nvSpPr>
          <p:cNvPr id="2" name="Rectangle 1">
            <a:extLst>
              <a:ext uri="{FF2B5EF4-FFF2-40B4-BE49-F238E27FC236}">
                <a16:creationId xmlns:a16="http://schemas.microsoft.com/office/drawing/2014/main" id="{E50C0B3F-7D20-1054-F9D3-E0DA598E1187}"/>
              </a:ext>
            </a:extLst>
          </p:cNvPr>
          <p:cNvSpPr>
            <a:spLocks noChangeArrowheads="1"/>
          </p:cNvSpPr>
          <p:nvPr/>
        </p:nvSpPr>
        <p:spPr bwMode="auto">
          <a:xfrm>
            <a:off x="598712" y="3110319"/>
            <a:ext cx="1116874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G" sz="1600" b="1" i="0" u="none" strike="noStrike" cap="none" normalizeH="0" baseline="0" dirty="0">
                <a:ln>
                  <a:noFill/>
                </a:ln>
                <a:solidFill>
                  <a:schemeClr val="tx1"/>
                </a:solidFill>
                <a:effectLst/>
                <a:latin typeface="Arial" panose="020B0604020202020204" pitchFamily="34" charset="0"/>
              </a:rPr>
              <a:t>KEY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Inventory Leader</a:t>
            </a:r>
            <a:r>
              <a:rPr kumimoji="0" lang="en-UG" altLang="en-UG" sz="1600" b="0" i="0" u="none" strike="noStrike" cap="none" normalizeH="0" baseline="0" dirty="0">
                <a:ln>
                  <a:noFill/>
                </a:ln>
                <a:solidFill>
                  <a:schemeClr val="tx1"/>
                </a:solidFill>
                <a:effectLst/>
                <a:latin typeface="Arial" panose="020B0604020202020204" pitchFamily="34" charset="0"/>
              </a:rPr>
              <a:t>: North America Hub holds the largest inventory (26K), especially in Dairy and Packaging.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Stock Value Skew</a:t>
            </a:r>
            <a:r>
              <a:rPr kumimoji="0" lang="en-UG" altLang="en-UG" sz="1600" b="0" i="0" u="none" strike="noStrike" cap="none" normalizeH="0" baseline="0" dirty="0">
                <a:ln>
                  <a:noFill/>
                </a:ln>
                <a:solidFill>
                  <a:schemeClr val="tx1"/>
                </a:solidFill>
                <a:effectLst/>
                <a:latin typeface="Arial" panose="020B0604020202020204" pitchFamily="34" charset="0"/>
              </a:rPr>
              <a:t>: Ghana Cocoa Beans account for 68% of total inventory value ($329.3K).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Inbound Peaks</a:t>
            </a:r>
            <a:r>
              <a:rPr kumimoji="0" lang="en-UG" altLang="en-UG" sz="1600" b="0" i="0" u="none" strike="noStrike" cap="none" normalizeH="0" baseline="0" dirty="0">
                <a:ln>
                  <a:noFill/>
                </a:ln>
                <a:solidFill>
                  <a:schemeClr val="tx1"/>
                </a:solidFill>
                <a:effectLst/>
                <a:latin typeface="Arial" panose="020B0604020202020204" pitchFamily="34" charset="0"/>
              </a:rPr>
              <a:t>: July and November show highest inbound stock volumes (220K and 210K).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Balanced Distribution</a:t>
            </a:r>
            <a:r>
              <a:rPr kumimoji="0" lang="en-UG" altLang="en-UG" sz="1600" b="0" i="0" u="none" strike="noStrike" cap="none" normalizeH="0" baseline="0" dirty="0">
                <a:ln>
                  <a:noFill/>
                </a:ln>
                <a:solidFill>
                  <a:schemeClr val="tx1"/>
                </a:solidFill>
                <a:effectLst/>
                <a:latin typeface="Arial" panose="020B0604020202020204" pitchFamily="34" charset="0"/>
              </a:rPr>
              <a:t>: Euro Hub maintains a more even product mix across categories.</a:t>
            </a:r>
          </a:p>
        </p:txBody>
      </p:sp>
      <p:sp>
        <p:nvSpPr>
          <p:cNvPr id="6" name="TextBox 5">
            <a:extLst>
              <a:ext uri="{FF2B5EF4-FFF2-40B4-BE49-F238E27FC236}">
                <a16:creationId xmlns:a16="http://schemas.microsoft.com/office/drawing/2014/main" id="{5F48955F-5EC8-8DB8-A53E-FBB1ADB66FE1}"/>
              </a:ext>
            </a:extLst>
          </p:cNvPr>
          <p:cNvSpPr txBox="1"/>
          <p:nvPr/>
        </p:nvSpPr>
        <p:spPr>
          <a:xfrm>
            <a:off x="598712" y="4542082"/>
            <a:ext cx="11070774" cy="1323439"/>
          </a:xfrm>
          <a:prstGeom prst="rect">
            <a:avLst/>
          </a:prstGeom>
          <a:noFill/>
        </p:spPr>
        <p:txBody>
          <a:bodyPr wrap="square">
            <a:spAutoFit/>
          </a:bodyPr>
          <a:lstStyle/>
          <a:p>
            <a:pPr>
              <a:buNone/>
            </a:pPr>
            <a:r>
              <a:rPr lang="en-US" sz="1600" b="1" dirty="0">
                <a:effectLst/>
              </a:rPr>
              <a:t>RECOMMENDATIONS:</a:t>
            </a:r>
          </a:p>
          <a:p>
            <a:pPr>
              <a:buFont typeface="Arial" panose="020B0604020202020204" pitchFamily="34" charset="0"/>
              <a:buChar char="•"/>
            </a:pPr>
            <a:r>
              <a:rPr lang="en-US" sz="1600" b="1" dirty="0">
                <a:effectLst/>
              </a:rPr>
              <a:t>Inventory Rebalancing</a:t>
            </a:r>
            <a:r>
              <a:rPr lang="en-US" sz="1600" dirty="0">
                <a:effectLst/>
              </a:rPr>
              <a:t>: Shift excess stock from North America Hub to underutilized hubs to reduce holding costs.</a:t>
            </a:r>
          </a:p>
          <a:p>
            <a:pPr>
              <a:buFont typeface="Arial" panose="020B0604020202020204" pitchFamily="34" charset="0"/>
              <a:buChar char="•"/>
            </a:pPr>
            <a:r>
              <a:rPr lang="en-US" sz="1600" b="1" dirty="0">
                <a:effectLst/>
              </a:rPr>
              <a:t>High-Value Material Control</a:t>
            </a:r>
            <a:r>
              <a:rPr lang="en-US" sz="1600" dirty="0">
                <a:effectLst/>
              </a:rPr>
              <a:t>: Tighten tracking and reorder thresholds for Ghana Cocoa Beans to avoid overstocking.</a:t>
            </a:r>
          </a:p>
          <a:p>
            <a:pPr>
              <a:buFont typeface="Arial" panose="020B0604020202020204" pitchFamily="34" charset="0"/>
              <a:buChar char="•"/>
            </a:pPr>
            <a:r>
              <a:rPr lang="en-US" sz="1600" b="1" dirty="0">
                <a:effectLst/>
              </a:rPr>
              <a:t>Inbound Planning</a:t>
            </a:r>
            <a:r>
              <a:rPr lang="en-US" sz="1600" dirty="0">
                <a:effectLst/>
              </a:rPr>
              <a:t>: Align inbound cycles with procurement and production schedules to minimize bottlenecks.</a:t>
            </a:r>
          </a:p>
          <a:p>
            <a:pPr>
              <a:buFont typeface="Arial" panose="020B0604020202020204" pitchFamily="34" charset="0"/>
              <a:buChar char="•"/>
            </a:pPr>
            <a:r>
              <a:rPr lang="en-US" sz="1600" b="1" dirty="0">
                <a:effectLst/>
              </a:rPr>
              <a:t>Warehouse KPIs</a:t>
            </a:r>
            <a:r>
              <a:rPr lang="en-US" sz="1600" dirty="0">
                <a:effectLst/>
              </a:rPr>
              <a:t>: Introduce metrics like turnover rate and space utilization to optimize hub performance.</a:t>
            </a:r>
          </a:p>
        </p:txBody>
      </p:sp>
    </p:spTree>
    <p:extLst>
      <p:ext uri="{BB962C8B-B14F-4D97-AF65-F5344CB8AC3E}">
        <p14:creationId xmlns:p14="http://schemas.microsoft.com/office/powerpoint/2010/main" val="4114017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245440-4A46-5358-1178-6ED103F08B1D}"/>
              </a:ext>
            </a:extLst>
          </p:cNvPr>
          <p:cNvPicPr>
            <a:picLocks noChangeAspect="1"/>
          </p:cNvPicPr>
          <p:nvPr/>
        </p:nvPicPr>
        <p:blipFill>
          <a:blip r:embed="rId2">
            <a:extLst>
              <a:ext uri="{28A0092B-C50C-407E-A947-70E740481C1C}">
                <a14:useLocalDpi xmlns:a14="http://schemas.microsoft.com/office/drawing/2010/main" val="0"/>
              </a:ext>
            </a:extLst>
          </a:blip>
          <a:srcRect l="2143" t="4286" r="2500" b="12222"/>
          <a:stretch>
            <a:fillRect/>
          </a:stretch>
        </p:blipFill>
        <p:spPr>
          <a:xfrm>
            <a:off x="0" y="0"/>
            <a:ext cx="12192000" cy="6858000"/>
          </a:xfrm>
          <a:prstGeom prst="rect">
            <a:avLst/>
          </a:prstGeom>
        </p:spPr>
      </p:pic>
    </p:spTree>
    <p:extLst>
      <p:ext uri="{BB962C8B-B14F-4D97-AF65-F5344CB8AC3E}">
        <p14:creationId xmlns:p14="http://schemas.microsoft.com/office/powerpoint/2010/main" val="71926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9063C6-7632-967C-0CA5-BE1A342224A1}"/>
              </a:ext>
            </a:extLst>
          </p:cNvPr>
          <p:cNvSpPr txBox="1"/>
          <p:nvPr/>
        </p:nvSpPr>
        <p:spPr>
          <a:xfrm>
            <a:off x="1600200" y="359620"/>
            <a:ext cx="8616043" cy="461665"/>
          </a:xfrm>
          <a:prstGeom prst="rect">
            <a:avLst/>
          </a:prstGeom>
          <a:noFill/>
        </p:spPr>
        <p:txBody>
          <a:bodyPr wrap="square">
            <a:spAutoFit/>
          </a:bodyPr>
          <a:lstStyle/>
          <a:p>
            <a:r>
              <a:rPr lang="en-US" sz="2400" b="1" dirty="0"/>
              <a:t>Dashboard 4 – LOGISTICS &amp; FULFILLMENT PERFORMANCE</a:t>
            </a:r>
            <a:endParaRPr lang="en-UG" sz="2400" b="1" dirty="0"/>
          </a:p>
        </p:txBody>
      </p:sp>
      <p:sp>
        <p:nvSpPr>
          <p:cNvPr id="5" name="TextBox 4">
            <a:extLst>
              <a:ext uri="{FF2B5EF4-FFF2-40B4-BE49-F238E27FC236}">
                <a16:creationId xmlns:a16="http://schemas.microsoft.com/office/drawing/2014/main" id="{1DA8203B-C7E0-D4E2-451F-D9B8BFD42C0B}"/>
              </a:ext>
            </a:extLst>
          </p:cNvPr>
          <p:cNvSpPr txBox="1"/>
          <p:nvPr/>
        </p:nvSpPr>
        <p:spPr>
          <a:xfrm>
            <a:off x="707571" y="919256"/>
            <a:ext cx="10776858" cy="2031325"/>
          </a:xfrm>
          <a:prstGeom prst="rect">
            <a:avLst/>
          </a:prstGeom>
          <a:noFill/>
        </p:spPr>
        <p:txBody>
          <a:bodyPr wrap="square">
            <a:spAutoFit/>
          </a:bodyPr>
          <a:lstStyle/>
          <a:p>
            <a:pPr>
              <a:buNone/>
            </a:pPr>
            <a:r>
              <a:rPr lang="en-US" sz="1400" b="1" dirty="0">
                <a:effectLst/>
              </a:rPr>
              <a:t>PROBLEM STATEMENT:</a:t>
            </a:r>
            <a:r>
              <a:rPr lang="en-US" sz="1400" dirty="0">
                <a:effectLst/>
              </a:rPr>
              <a:t> Lack of visibility into shipment trends and carrier performance has limited proactive fulfillment planning and slowed delivery optimization.</a:t>
            </a:r>
          </a:p>
          <a:p>
            <a:pPr>
              <a:buNone/>
            </a:pPr>
            <a:endParaRPr lang="en-US" sz="1400" dirty="0">
              <a:effectLst/>
            </a:endParaRPr>
          </a:p>
          <a:p>
            <a:pPr>
              <a:buNone/>
            </a:pPr>
            <a:r>
              <a:rPr lang="en-US" sz="1400" b="1" dirty="0">
                <a:effectLst/>
              </a:rPr>
              <a:t>KEY KPIS:</a:t>
            </a:r>
            <a:endParaRPr lang="en-US" sz="1400" dirty="0">
              <a:effectLst/>
            </a:endParaRPr>
          </a:p>
          <a:p>
            <a:pPr>
              <a:buFont typeface="Arial" panose="020B0604020202020204" pitchFamily="34" charset="0"/>
              <a:buChar char="•"/>
            </a:pPr>
            <a:r>
              <a:rPr lang="en-US" sz="1400" dirty="0">
                <a:effectLst/>
              </a:rPr>
              <a:t>Total Shipments</a:t>
            </a:r>
          </a:p>
          <a:p>
            <a:pPr>
              <a:buFont typeface="Arial" panose="020B0604020202020204" pitchFamily="34" charset="0"/>
              <a:buChar char="•"/>
            </a:pPr>
            <a:r>
              <a:rPr lang="en-US" sz="1400" dirty="0">
                <a:effectLst/>
              </a:rPr>
              <a:t>Fulfillment Rate</a:t>
            </a:r>
          </a:p>
          <a:p>
            <a:pPr>
              <a:buFont typeface="Arial" panose="020B0604020202020204" pitchFamily="34" charset="0"/>
              <a:buChar char="•"/>
            </a:pPr>
            <a:r>
              <a:rPr lang="en-US" sz="1400" dirty="0">
                <a:effectLst/>
              </a:rPr>
              <a:t>Average Delivery Chain Time</a:t>
            </a:r>
          </a:p>
          <a:p>
            <a:pPr>
              <a:buFont typeface="Arial" panose="020B0604020202020204" pitchFamily="34" charset="0"/>
              <a:buChar char="•"/>
            </a:pPr>
            <a:r>
              <a:rPr lang="en-US" sz="1400" dirty="0">
                <a:effectLst/>
              </a:rPr>
              <a:t>Shipments by Carrier</a:t>
            </a:r>
          </a:p>
          <a:p>
            <a:pPr>
              <a:buFont typeface="Arial" panose="020B0604020202020204" pitchFamily="34" charset="0"/>
              <a:buChar char="•"/>
            </a:pPr>
            <a:r>
              <a:rPr lang="en-US" sz="1400" dirty="0">
                <a:effectLst/>
              </a:rPr>
              <a:t>Shipment Status Breakdown</a:t>
            </a:r>
          </a:p>
        </p:txBody>
      </p:sp>
      <p:sp>
        <p:nvSpPr>
          <p:cNvPr id="6" name="Rectangle 3">
            <a:extLst>
              <a:ext uri="{FF2B5EF4-FFF2-40B4-BE49-F238E27FC236}">
                <a16:creationId xmlns:a16="http://schemas.microsoft.com/office/drawing/2014/main" id="{7183FFE9-1F0B-A883-AF7C-818F4B6688B1}"/>
              </a:ext>
            </a:extLst>
          </p:cNvPr>
          <p:cNvSpPr>
            <a:spLocks noChangeArrowheads="1"/>
          </p:cNvSpPr>
          <p:nvPr/>
        </p:nvSpPr>
        <p:spPr bwMode="auto">
          <a:xfrm>
            <a:off x="707571" y="3048552"/>
            <a:ext cx="1107077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G" sz="1600" b="1" i="0" u="none" strike="noStrike" cap="none" normalizeH="0" baseline="0" dirty="0">
                <a:ln>
                  <a:noFill/>
                </a:ln>
                <a:solidFill>
                  <a:schemeClr val="tx1"/>
                </a:solidFill>
                <a:effectLst/>
                <a:latin typeface="Arial" panose="020B0604020202020204" pitchFamily="34" charset="0"/>
              </a:rPr>
              <a:t>KEY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100% Fulfillment Rate</a:t>
            </a:r>
            <a:r>
              <a:rPr kumimoji="0" lang="en-UG" altLang="en-UG" sz="1600" b="0" i="0" u="none" strike="noStrike" cap="none" normalizeH="0" baseline="0" dirty="0">
                <a:ln>
                  <a:noFill/>
                </a:ln>
                <a:solidFill>
                  <a:schemeClr val="tx1"/>
                </a:solidFill>
                <a:effectLst/>
                <a:latin typeface="Arial" panose="020B0604020202020204" pitchFamily="34" charset="0"/>
              </a:rPr>
              <a:t>: All shipments are fulfilled, with an impressive 1-day average delivery chain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Even Carrier Distribution</a:t>
            </a:r>
            <a:r>
              <a:rPr kumimoji="0" lang="en-UG" altLang="en-UG" sz="1600" b="0" i="0" u="none" strike="noStrike" cap="none" normalizeH="0" baseline="0" dirty="0">
                <a:ln>
                  <a:noFill/>
                </a:ln>
                <a:solidFill>
                  <a:schemeClr val="tx1"/>
                </a:solidFill>
                <a:effectLst/>
                <a:latin typeface="Arial" panose="020B0604020202020204" pitchFamily="34" charset="0"/>
              </a:rPr>
              <a:t>: Shipments are evenly split across four carriers, with similar performance metrics.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Monthly Decline</a:t>
            </a:r>
            <a:r>
              <a:rPr kumimoji="0" lang="en-UG" altLang="en-UG" sz="1600" b="0" i="0" u="none" strike="noStrike" cap="none" normalizeH="0" baseline="0" dirty="0">
                <a:ln>
                  <a:noFill/>
                </a:ln>
                <a:solidFill>
                  <a:schemeClr val="tx1"/>
                </a:solidFill>
                <a:effectLst/>
                <a:latin typeface="Arial" panose="020B0604020202020204" pitchFamily="34" charset="0"/>
              </a:rPr>
              <a:t>: Shipment volumes gradually decline from August (913) to December (654), hinting at seasonal shifts.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600" b="1" i="0" u="none" strike="noStrike" cap="none" normalizeH="0" baseline="0" dirty="0">
                <a:ln>
                  <a:noFill/>
                </a:ln>
                <a:solidFill>
                  <a:schemeClr val="tx1"/>
                </a:solidFill>
                <a:effectLst/>
                <a:latin typeface="Arial" panose="020B0604020202020204" pitchFamily="34" charset="0"/>
              </a:rPr>
              <a:t>Status Balance</a:t>
            </a:r>
            <a:r>
              <a:rPr kumimoji="0" lang="en-UG" altLang="en-UG" sz="1600" b="0" i="0" u="none" strike="noStrike" cap="none" normalizeH="0" baseline="0" dirty="0">
                <a:ln>
                  <a:noFill/>
                </a:ln>
                <a:solidFill>
                  <a:schemeClr val="tx1"/>
                </a:solidFill>
                <a:effectLst/>
                <a:latin typeface="Arial" panose="020B0604020202020204" pitchFamily="34" charset="0"/>
              </a:rPr>
              <a:t>: Shipment statuses are evenly distributed—Delayed, Delivered, In Transit, and Processing each ~25%.</a:t>
            </a:r>
          </a:p>
        </p:txBody>
      </p:sp>
      <p:sp>
        <p:nvSpPr>
          <p:cNvPr id="8" name="TextBox 7">
            <a:extLst>
              <a:ext uri="{FF2B5EF4-FFF2-40B4-BE49-F238E27FC236}">
                <a16:creationId xmlns:a16="http://schemas.microsoft.com/office/drawing/2014/main" id="{C0FEB6F3-97C1-6502-8C26-2366663C06C9}"/>
              </a:ext>
            </a:extLst>
          </p:cNvPr>
          <p:cNvSpPr txBox="1"/>
          <p:nvPr/>
        </p:nvSpPr>
        <p:spPr>
          <a:xfrm>
            <a:off x="707571" y="4469962"/>
            <a:ext cx="11070772" cy="1323439"/>
          </a:xfrm>
          <a:prstGeom prst="rect">
            <a:avLst/>
          </a:prstGeom>
          <a:noFill/>
        </p:spPr>
        <p:txBody>
          <a:bodyPr wrap="square">
            <a:spAutoFit/>
          </a:bodyPr>
          <a:lstStyle/>
          <a:p>
            <a:pPr>
              <a:buNone/>
            </a:pPr>
            <a:r>
              <a:rPr lang="en-US" sz="1600" b="1" dirty="0">
                <a:effectLst/>
              </a:rPr>
              <a:t>RECOMMENDATIONS:</a:t>
            </a:r>
          </a:p>
          <a:p>
            <a:pPr>
              <a:buFont typeface="Arial" panose="020B0604020202020204" pitchFamily="34" charset="0"/>
              <a:buChar char="•"/>
            </a:pPr>
            <a:r>
              <a:rPr lang="en-US" sz="1600" b="1" dirty="0">
                <a:effectLst/>
              </a:rPr>
              <a:t>Seasonal Demand Mapping</a:t>
            </a:r>
            <a:r>
              <a:rPr lang="en-US" sz="1600" dirty="0">
                <a:effectLst/>
              </a:rPr>
              <a:t>: Investigate causes of shipment decline and adjust procurement and inventory accordingly.</a:t>
            </a:r>
          </a:p>
          <a:p>
            <a:pPr>
              <a:buFont typeface="Arial" panose="020B0604020202020204" pitchFamily="34" charset="0"/>
              <a:buChar char="•"/>
            </a:pPr>
            <a:r>
              <a:rPr lang="en-US" sz="1600" b="1" dirty="0">
                <a:effectLst/>
              </a:rPr>
              <a:t>Carrier Performance Audits</a:t>
            </a:r>
            <a:r>
              <a:rPr lang="en-US" sz="1600" dirty="0">
                <a:effectLst/>
              </a:rPr>
              <a:t>: Conduct deeper analysis into delay causes per carrier to improve SLA adherence.</a:t>
            </a:r>
          </a:p>
          <a:p>
            <a:pPr>
              <a:buFont typeface="Arial" panose="020B0604020202020204" pitchFamily="34" charset="0"/>
              <a:buChar char="•"/>
            </a:pPr>
            <a:r>
              <a:rPr lang="en-US" sz="1600" b="1" dirty="0">
                <a:effectLst/>
              </a:rPr>
              <a:t>Predictive Fulfillment</a:t>
            </a:r>
            <a:r>
              <a:rPr lang="en-US" sz="1600" dirty="0">
                <a:effectLst/>
              </a:rPr>
              <a:t>: Use historical delivery data to forecast future logistics needs and optimize routing.</a:t>
            </a:r>
          </a:p>
          <a:p>
            <a:pPr>
              <a:buFont typeface="Arial" panose="020B0604020202020204" pitchFamily="34" charset="0"/>
              <a:buChar char="•"/>
            </a:pPr>
            <a:r>
              <a:rPr lang="en-US" sz="1600" b="1" dirty="0">
                <a:effectLst/>
              </a:rPr>
              <a:t>Status Automation</a:t>
            </a:r>
            <a:r>
              <a:rPr lang="en-US" sz="1600" dirty="0">
                <a:effectLst/>
              </a:rPr>
              <a:t>: Implement real-time tracking and automated status updates to reduce manual processing.</a:t>
            </a:r>
          </a:p>
        </p:txBody>
      </p:sp>
    </p:spTree>
    <p:extLst>
      <p:ext uri="{BB962C8B-B14F-4D97-AF65-F5344CB8AC3E}">
        <p14:creationId xmlns:p14="http://schemas.microsoft.com/office/powerpoint/2010/main" val="520603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282CEC-3C9B-3F4B-9A8D-3CE2047291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24918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D2A02D-E2B0-A3DE-AF8E-DE462D1628E0}"/>
              </a:ext>
            </a:extLst>
          </p:cNvPr>
          <p:cNvSpPr txBox="1"/>
          <p:nvPr/>
        </p:nvSpPr>
        <p:spPr>
          <a:xfrm>
            <a:off x="598714" y="587829"/>
            <a:ext cx="11114315" cy="4985980"/>
          </a:xfrm>
          <a:prstGeom prst="rect">
            <a:avLst/>
          </a:prstGeom>
          <a:noFill/>
        </p:spPr>
        <p:txBody>
          <a:bodyPr wrap="square">
            <a:spAutoFit/>
          </a:bodyPr>
          <a:lstStyle/>
          <a:p>
            <a:pPr algn="ctr">
              <a:buNone/>
            </a:pPr>
            <a:r>
              <a:rPr lang="en-US" b="1" dirty="0">
                <a:effectLst/>
              </a:rPr>
              <a:t> </a:t>
            </a:r>
            <a:r>
              <a:rPr lang="en-US" sz="2400" b="1" dirty="0">
                <a:effectLst/>
              </a:rPr>
              <a:t>Data Model – End-to-End Procurement &amp; Supply Chain</a:t>
            </a:r>
          </a:p>
          <a:p>
            <a:pPr algn="ctr">
              <a:buNone/>
            </a:pPr>
            <a:endParaRPr lang="en-US" sz="2400" b="1" dirty="0">
              <a:effectLst/>
            </a:endParaRPr>
          </a:p>
          <a:p>
            <a:pPr>
              <a:buNone/>
            </a:pPr>
            <a:r>
              <a:rPr lang="en-US" b="1" dirty="0">
                <a:effectLst/>
              </a:rPr>
              <a:t>Overview:</a:t>
            </a:r>
            <a:r>
              <a:rPr lang="en-US" dirty="0">
                <a:effectLst/>
              </a:rPr>
              <a:t> This data model underpins the entire analytics framework, integrating procurement, inventory, supplier performance, logistics, and fulfillment into a unified relational structure. It enables seamless reporting, cross-functional insights, and scalable dashboard development.</a:t>
            </a:r>
          </a:p>
          <a:p>
            <a:pPr>
              <a:buNone/>
            </a:pPr>
            <a:endParaRPr lang="en-US" dirty="0">
              <a:effectLst/>
            </a:endParaRPr>
          </a:p>
          <a:p>
            <a:pPr>
              <a:buNone/>
            </a:pPr>
            <a:r>
              <a:rPr lang="en-US" b="1" dirty="0">
                <a:effectLst/>
              </a:rPr>
              <a:t>Key Components:</a:t>
            </a:r>
            <a:endParaRPr lang="en-US" dirty="0">
              <a:effectLst/>
            </a:endParaRPr>
          </a:p>
          <a:p>
            <a:pPr>
              <a:buFont typeface="Arial" panose="020B0604020202020204" pitchFamily="34" charset="0"/>
              <a:buChar char="•"/>
            </a:pPr>
            <a:r>
              <a:rPr lang="en-US" b="1" dirty="0">
                <a:effectLst/>
              </a:rPr>
              <a:t>Procurement Layer:</a:t>
            </a:r>
            <a:endParaRPr lang="en-US" dirty="0">
              <a:effectLst/>
            </a:endParaRPr>
          </a:p>
          <a:p>
            <a:pPr marL="742950" lvl="1" indent="-285750">
              <a:buFont typeface="Arial" panose="020B0604020202020204" pitchFamily="34" charset="0"/>
              <a:buChar char="•"/>
            </a:pPr>
            <a:r>
              <a:rPr lang="en-US" dirty="0">
                <a:effectLst/>
                <a:latin typeface="Courier New" panose="02070309020205020404" pitchFamily="49" charset="0"/>
              </a:rPr>
              <a:t>Purchase Orders</a:t>
            </a:r>
            <a:r>
              <a:rPr lang="en-US" dirty="0">
                <a:effectLst/>
              </a:rPr>
              <a:t> and </a:t>
            </a:r>
            <a:r>
              <a:rPr lang="en-US" dirty="0">
                <a:effectLst/>
                <a:latin typeface="Courier New" panose="02070309020205020404" pitchFamily="49" charset="0"/>
              </a:rPr>
              <a:t>Purchase Order Lines</a:t>
            </a:r>
            <a:r>
              <a:rPr lang="en-US" dirty="0">
                <a:effectLst/>
              </a:rPr>
              <a:t> track order-level and line-level details including supplier, material, quantity, and cost.</a:t>
            </a:r>
          </a:p>
          <a:p>
            <a:pPr marL="742950" lvl="1" indent="-285750">
              <a:buFont typeface="Arial" panose="020B0604020202020204" pitchFamily="34" charset="0"/>
              <a:buChar char="•"/>
            </a:pPr>
            <a:r>
              <a:rPr lang="en-US" dirty="0">
                <a:effectLst/>
                <a:latin typeface="Courier New" panose="02070309020205020404" pitchFamily="49" charset="0"/>
              </a:rPr>
              <a:t>Supplier</a:t>
            </a:r>
            <a:r>
              <a:rPr lang="en-US" dirty="0">
                <a:effectLst/>
              </a:rPr>
              <a:t> and </a:t>
            </a:r>
            <a:r>
              <a:rPr lang="en-US" dirty="0">
                <a:effectLst/>
                <a:latin typeface="Courier New" panose="02070309020205020404" pitchFamily="49" charset="0"/>
              </a:rPr>
              <a:t>Supplier Performance</a:t>
            </a:r>
            <a:r>
              <a:rPr lang="en-US" dirty="0">
                <a:effectLst/>
              </a:rPr>
              <a:t> enrich procurement data with country, delivery rate, quality score, and lead time.</a:t>
            </a:r>
          </a:p>
          <a:p>
            <a:pPr lvl="1"/>
            <a:endParaRPr lang="en-US" dirty="0">
              <a:effectLst/>
            </a:endParaRPr>
          </a:p>
          <a:p>
            <a:pPr>
              <a:buFont typeface="Arial" panose="020B0604020202020204" pitchFamily="34" charset="0"/>
              <a:buChar char="•"/>
            </a:pPr>
            <a:r>
              <a:rPr lang="en-US" b="1" dirty="0">
                <a:effectLst/>
              </a:rPr>
              <a:t>Inventory &amp; Warehouse Layer:</a:t>
            </a:r>
            <a:endParaRPr lang="en-US" dirty="0">
              <a:effectLst/>
            </a:endParaRPr>
          </a:p>
          <a:p>
            <a:pPr marL="742950" lvl="1" indent="-285750">
              <a:buFont typeface="Arial" panose="020B0604020202020204" pitchFamily="34" charset="0"/>
              <a:buChar char="•"/>
            </a:pPr>
            <a:r>
              <a:rPr lang="en-US" dirty="0">
                <a:effectLst/>
                <a:latin typeface="Courier New" panose="02070309020205020404" pitchFamily="49" charset="0"/>
              </a:rPr>
              <a:t>Warehouse Inventory</a:t>
            </a:r>
            <a:r>
              <a:rPr lang="en-US" dirty="0">
                <a:effectLst/>
              </a:rPr>
              <a:t> and </a:t>
            </a:r>
            <a:r>
              <a:rPr lang="en-US" dirty="0">
                <a:effectLst/>
                <a:latin typeface="Courier New" panose="02070309020205020404" pitchFamily="49" charset="0"/>
              </a:rPr>
              <a:t>Stock Movement</a:t>
            </a:r>
            <a:r>
              <a:rPr lang="en-US" dirty="0">
                <a:effectLst/>
              </a:rPr>
              <a:t> monitor on-hand quantities, stock movements, and warehouse locations.</a:t>
            </a:r>
          </a:p>
          <a:p>
            <a:pPr marL="742950" lvl="1" indent="-285750">
              <a:buFont typeface="Arial" panose="020B0604020202020204" pitchFamily="34" charset="0"/>
              <a:buChar char="•"/>
            </a:pPr>
            <a:r>
              <a:rPr lang="en-US" dirty="0">
                <a:effectLst/>
                <a:latin typeface="Courier New" panose="02070309020205020404" pitchFamily="49" charset="0"/>
              </a:rPr>
              <a:t>Warehouse</a:t>
            </a:r>
            <a:r>
              <a:rPr lang="en-US" dirty="0">
                <a:effectLst/>
              </a:rPr>
              <a:t> provides hub-level context for inventory distribution.</a:t>
            </a:r>
          </a:p>
        </p:txBody>
      </p:sp>
    </p:spTree>
    <p:extLst>
      <p:ext uri="{BB962C8B-B14F-4D97-AF65-F5344CB8AC3E}">
        <p14:creationId xmlns:p14="http://schemas.microsoft.com/office/powerpoint/2010/main" val="3755943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FBA777-AB09-FC57-A509-3C6E9C35A0E1}"/>
              </a:ext>
            </a:extLst>
          </p:cNvPr>
          <p:cNvSpPr txBox="1"/>
          <p:nvPr/>
        </p:nvSpPr>
        <p:spPr>
          <a:xfrm>
            <a:off x="827314" y="664029"/>
            <a:ext cx="10591800" cy="5355312"/>
          </a:xfrm>
          <a:prstGeom prst="rect">
            <a:avLst/>
          </a:prstGeom>
          <a:noFill/>
        </p:spPr>
        <p:txBody>
          <a:bodyPr wrap="square">
            <a:spAutoFit/>
          </a:bodyPr>
          <a:lstStyle/>
          <a:p>
            <a:pPr>
              <a:buFont typeface="Arial" panose="020B0604020202020204" pitchFamily="34" charset="0"/>
              <a:buChar char="•"/>
            </a:pPr>
            <a:r>
              <a:rPr lang="en-US" b="1" dirty="0">
                <a:effectLst/>
              </a:rPr>
              <a:t>Logistics &amp; Fulfillment Layer:</a:t>
            </a:r>
            <a:endParaRPr lang="en-US" dirty="0">
              <a:effectLst/>
            </a:endParaRPr>
          </a:p>
          <a:p>
            <a:pPr marL="742950" lvl="1" indent="-285750">
              <a:buFont typeface="Arial" panose="020B0604020202020204" pitchFamily="34" charset="0"/>
              <a:buChar char="•"/>
            </a:pPr>
            <a:r>
              <a:rPr lang="en-US" dirty="0">
                <a:effectLst/>
                <a:latin typeface="Courier New" panose="02070309020205020404" pitchFamily="49" charset="0"/>
              </a:rPr>
              <a:t>Shipment Tracking</a:t>
            </a:r>
            <a:r>
              <a:rPr lang="en-US" dirty="0">
                <a:effectLst/>
              </a:rPr>
              <a:t> and </a:t>
            </a:r>
            <a:r>
              <a:rPr lang="en-US" dirty="0">
                <a:effectLst/>
                <a:latin typeface="Courier New" panose="02070309020205020404" pitchFamily="49" charset="0"/>
              </a:rPr>
              <a:t>Fulfillment</a:t>
            </a:r>
            <a:r>
              <a:rPr lang="en-US" dirty="0">
                <a:effectLst/>
              </a:rPr>
              <a:t> link carriers, shipment status, and delivery performance.</a:t>
            </a:r>
          </a:p>
          <a:p>
            <a:pPr marL="742950" lvl="1" indent="-285750">
              <a:buFont typeface="Arial" panose="020B0604020202020204" pitchFamily="34" charset="0"/>
              <a:buChar char="•"/>
            </a:pPr>
            <a:r>
              <a:rPr lang="en-US" dirty="0">
                <a:effectLst/>
                <a:latin typeface="Courier New" panose="02070309020205020404" pitchFamily="49" charset="0"/>
              </a:rPr>
              <a:t>Carrier</a:t>
            </a:r>
            <a:r>
              <a:rPr lang="en-US" dirty="0">
                <a:effectLst/>
              </a:rPr>
              <a:t> supports carrier-level analysis and filtering.</a:t>
            </a:r>
          </a:p>
          <a:p>
            <a:pPr marL="742950" lvl="1" indent="-285750">
              <a:buFont typeface="Arial" panose="020B0604020202020204" pitchFamily="34" charset="0"/>
              <a:buChar char="•"/>
            </a:pPr>
            <a:endParaRPr lang="en-US" dirty="0">
              <a:effectLst/>
            </a:endParaRPr>
          </a:p>
          <a:p>
            <a:pPr>
              <a:buFont typeface="Arial" panose="020B0604020202020204" pitchFamily="34" charset="0"/>
              <a:buChar char="•"/>
            </a:pPr>
            <a:r>
              <a:rPr lang="en-US" b="1" dirty="0">
                <a:effectLst/>
              </a:rPr>
              <a:t>Sales &amp; Demand Layer:</a:t>
            </a:r>
            <a:endParaRPr lang="en-US" dirty="0">
              <a:effectLst/>
            </a:endParaRPr>
          </a:p>
          <a:p>
            <a:pPr marL="742950" lvl="1" indent="-285750">
              <a:buFont typeface="Arial" panose="020B0604020202020204" pitchFamily="34" charset="0"/>
              <a:buChar char="•"/>
            </a:pPr>
            <a:r>
              <a:rPr lang="en-US" dirty="0">
                <a:effectLst/>
                <a:latin typeface="Courier New" panose="02070309020205020404" pitchFamily="49" charset="0"/>
              </a:rPr>
              <a:t>Sales Orders</a:t>
            </a:r>
            <a:r>
              <a:rPr lang="en-US" dirty="0">
                <a:effectLst/>
              </a:rPr>
              <a:t> captures order volume and units sold across time dimensions.</a:t>
            </a:r>
          </a:p>
          <a:p>
            <a:pPr marL="742950" lvl="1" indent="-285750">
              <a:buFont typeface="Arial" panose="020B0604020202020204" pitchFamily="34" charset="0"/>
              <a:buChar char="•"/>
            </a:pPr>
            <a:endParaRPr lang="en-US" dirty="0">
              <a:effectLst/>
            </a:endParaRPr>
          </a:p>
          <a:p>
            <a:pPr>
              <a:buFont typeface="Arial" panose="020B0604020202020204" pitchFamily="34" charset="0"/>
              <a:buChar char="•"/>
            </a:pPr>
            <a:r>
              <a:rPr lang="en-US" b="1" dirty="0">
                <a:effectLst/>
              </a:rPr>
              <a:t>Time Intelligence:</a:t>
            </a:r>
            <a:endParaRPr lang="en-US" dirty="0">
              <a:effectLst/>
            </a:endParaRPr>
          </a:p>
          <a:p>
            <a:pPr marL="742950" lvl="1" indent="-285750">
              <a:buFont typeface="Arial" panose="020B0604020202020204" pitchFamily="34" charset="0"/>
              <a:buChar char="•"/>
            </a:pPr>
            <a:r>
              <a:rPr lang="en-US" dirty="0">
                <a:effectLst/>
                <a:latin typeface="Courier New" panose="02070309020205020404" pitchFamily="49" charset="0"/>
              </a:rPr>
              <a:t>Date Table</a:t>
            </a:r>
            <a:r>
              <a:rPr lang="en-US" dirty="0">
                <a:effectLst/>
              </a:rPr>
              <a:t> enables dynamic filtering by year, month, and quarter across all fact tables.</a:t>
            </a:r>
          </a:p>
          <a:p>
            <a:pPr marL="742950" lvl="1" indent="-285750">
              <a:buFont typeface="Arial" panose="020B0604020202020204" pitchFamily="34" charset="0"/>
              <a:buChar char="•"/>
            </a:pPr>
            <a:endParaRPr lang="en-US" dirty="0">
              <a:effectLst/>
            </a:endParaRPr>
          </a:p>
          <a:p>
            <a:pPr>
              <a:buFont typeface="Arial" panose="020B0604020202020204" pitchFamily="34" charset="0"/>
              <a:buChar char="•"/>
            </a:pPr>
            <a:r>
              <a:rPr lang="en-US" b="1" dirty="0">
                <a:effectLst/>
              </a:rPr>
              <a:t>Materials Reference:</a:t>
            </a:r>
            <a:endParaRPr lang="en-US" dirty="0">
              <a:effectLst/>
            </a:endParaRPr>
          </a:p>
          <a:p>
            <a:pPr marL="742950" lvl="1" indent="-285750">
              <a:buFont typeface="Arial" panose="020B0604020202020204" pitchFamily="34" charset="0"/>
              <a:buChar char="•"/>
            </a:pPr>
            <a:r>
              <a:rPr lang="en-US" dirty="0">
                <a:effectLst/>
                <a:latin typeface="Courier New" panose="02070309020205020404" pitchFamily="49" charset="0"/>
              </a:rPr>
              <a:t>Raw Materials</a:t>
            </a:r>
            <a:r>
              <a:rPr lang="en-US" dirty="0">
                <a:effectLst/>
              </a:rPr>
              <a:t> defines material categories, names, and unit costs for consistent reporting.</a:t>
            </a:r>
          </a:p>
          <a:p>
            <a:pPr>
              <a:buNone/>
            </a:pPr>
            <a:r>
              <a:rPr lang="en-US" b="1" dirty="0">
                <a:effectLst/>
              </a:rPr>
              <a:t>Relationships:</a:t>
            </a:r>
            <a:endParaRPr lang="en-US" dirty="0">
              <a:effectLst/>
            </a:endParaRPr>
          </a:p>
          <a:p>
            <a:pPr>
              <a:buFont typeface="Arial" panose="020B0604020202020204" pitchFamily="34" charset="0"/>
              <a:buChar char="•"/>
            </a:pPr>
            <a:r>
              <a:rPr lang="en-US" dirty="0">
                <a:effectLst/>
              </a:rPr>
              <a:t>All fact tables are connected via shared keys (e.g., </a:t>
            </a:r>
            <a:r>
              <a:rPr lang="en-US" dirty="0">
                <a:effectLst/>
                <a:latin typeface="Courier New" panose="02070309020205020404" pitchFamily="49" charset="0"/>
              </a:rPr>
              <a:t>PO_ID</a:t>
            </a:r>
            <a:r>
              <a:rPr lang="en-US" dirty="0">
                <a:effectLst/>
              </a:rPr>
              <a:t>, </a:t>
            </a:r>
            <a:r>
              <a:rPr lang="en-US" dirty="0" err="1">
                <a:effectLst/>
                <a:latin typeface="Courier New" panose="02070309020205020404" pitchFamily="49" charset="0"/>
              </a:rPr>
              <a:t>Supplier_ID</a:t>
            </a:r>
            <a:r>
              <a:rPr lang="en-US" dirty="0">
                <a:effectLst/>
              </a:rPr>
              <a:t>, </a:t>
            </a:r>
            <a:r>
              <a:rPr lang="en-US" dirty="0" err="1">
                <a:effectLst/>
                <a:latin typeface="Courier New" panose="02070309020205020404" pitchFamily="49" charset="0"/>
              </a:rPr>
              <a:t>Material_ID</a:t>
            </a:r>
            <a:r>
              <a:rPr lang="en-US" dirty="0">
                <a:effectLst/>
              </a:rPr>
              <a:t>, </a:t>
            </a:r>
            <a:r>
              <a:rPr lang="en-US" dirty="0" err="1">
                <a:effectLst/>
                <a:latin typeface="Courier New" panose="02070309020205020404" pitchFamily="49" charset="0"/>
              </a:rPr>
              <a:t>Warehouse_ID</a:t>
            </a:r>
            <a:r>
              <a:rPr lang="en-US" dirty="0">
                <a:effectLst/>
              </a:rPr>
              <a:t>, </a:t>
            </a:r>
            <a:r>
              <a:rPr lang="en-US" dirty="0" err="1">
                <a:effectLst/>
                <a:latin typeface="Courier New" panose="02070309020205020404" pitchFamily="49" charset="0"/>
              </a:rPr>
              <a:t>Shipment_ID</a:t>
            </a:r>
            <a:r>
              <a:rPr lang="en-US" dirty="0">
                <a:effectLst/>
              </a:rPr>
              <a:t>), enabling robust drill-through and cross-filtering across dashboards.</a:t>
            </a:r>
          </a:p>
          <a:p>
            <a:endParaRPr lang="en-US" dirty="0">
              <a:effectLst/>
            </a:endParaRPr>
          </a:p>
          <a:p>
            <a:pPr>
              <a:buNone/>
            </a:pPr>
            <a:r>
              <a:rPr lang="en-US" b="1" dirty="0">
                <a:effectLst/>
              </a:rPr>
              <a:t>Strategic Value:</a:t>
            </a:r>
            <a:r>
              <a:rPr lang="en-US" dirty="0">
                <a:effectLst/>
              </a:rPr>
              <a:t> This model supports end-to-end visibility across the supply chain, enabling performance tracking, cost control, and operational optimization.</a:t>
            </a:r>
          </a:p>
        </p:txBody>
      </p:sp>
    </p:spTree>
    <p:extLst>
      <p:ext uri="{BB962C8B-B14F-4D97-AF65-F5344CB8AC3E}">
        <p14:creationId xmlns:p14="http://schemas.microsoft.com/office/powerpoint/2010/main" val="3044279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A98D3E-071D-8D48-350A-9D539B4D5CE0}"/>
              </a:ext>
            </a:extLst>
          </p:cNvPr>
          <p:cNvPicPr>
            <a:picLocks noChangeAspect="1"/>
          </p:cNvPicPr>
          <p:nvPr/>
        </p:nvPicPr>
        <p:blipFill>
          <a:blip r:embed="rId2">
            <a:extLst>
              <a:ext uri="{28A0092B-C50C-407E-A947-70E740481C1C}">
                <a14:useLocalDpi xmlns:a14="http://schemas.microsoft.com/office/drawing/2010/main" val="0"/>
              </a:ext>
            </a:extLst>
          </a:blip>
          <a:srcRect l="625" t="5239" r="715" b="17460"/>
          <a:stretch>
            <a:fillRect/>
          </a:stretch>
        </p:blipFill>
        <p:spPr>
          <a:xfrm>
            <a:off x="0" y="0"/>
            <a:ext cx="12192000" cy="6858000"/>
          </a:xfrm>
          <a:prstGeom prst="rect">
            <a:avLst/>
          </a:prstGeom>
        </p:spPr>
      </p:pic>
    </p:spTree>
    <p:extLst>
      <p:ext uri="{BB962C8B-B14F-4D97-AF65-F5344CB8AC3E}">
        <p14:creationId xmlns:p14="http://schemas.microsoft.com/office/powerpoint/2010/main" val="656208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9CEA07-2C6A-CB33-7828-34393F9A55E7}"/>
              </a:ext>
            </a:extLst>
          </p:cNvPr>
          <p:cNvSpPr txBox="1"/>
          <p:nvPr/>
        </p:nvSpPr>
        <p:spPr>
          <a:xfrm>
            <a:off x="3592286" y="501134"/>
            <a:ext cx="6096000" cy="461665"/>
          </a:xfrm>
          <a:prstGeom prst="rect">
            <a:avLst/>
          </a:prstGeom>
          <a:noFill/>
        </p:spPr>
        <p:txBody>
          <a:bodyPr wrap="square">
            <a:spAutoFit/>
          </a:bodyPr>
          <a:lstStyle/>
          <a:p>
            <a:pPr algn="ctr"/>
            <a:r>
              <a:rPr lang="en-US" sz="2400" b="1" dirty="0"/>
              <a:t>PROJECT OUTCOMES</a:t>
            </a:r>
            <a:endParaRPr lang="en-UG" sz="2400" b="1" dirty="0"/>
          </a:p>
        </p:txBody>
      </p:sp>
      <p:sp>
        <p:nvSpPr>
          <p:cNvPr id="7" name="Rectangle 2">
            <a:extLst>
              <a:ext uri="{FF2B5EF4-FFF2-40B4-BE49-F238E27FC236}">
                <a16:creationId xmlns:a16="http://schemas.microsoft.com/office/drawing/2014/main" id="{8452D1E7-1D2D-BA24-E35F-061F5A089920}"/>
              </a:ext>
            </a:extLst>
          </p:cNvPr>
          <p:cNvSpPr>
            <a:spLocks noChangeArrowheads="1"/>
          </p:cNvSpPr>
          <p:nvPr/>
        </p:nvSpPr>
        <p:spPr bwMode="auto">
          <a:xfrm>
            <a:off x="914400" y="962799"/>
            <a:ext cx="10047515"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This project transformed fragmented supply chain data into a clear, end‑to‑end performance story. By integrating supplier reliability, procurement spend, warehouse distribution, and logistics execution, the dashboards revealed how each stage influences the next and how operational decisions ripple across the entire value chain.</a:t>
            </a:r>
          </a:p>
          <a:p>
            <a:endParaRPr lang="en-US" dirty="0"/>
          </a:p>
          <a:p>
            <a:r>
              <a:rPr lang="en-US" b="1" dirty="0"/>
              <a:t>The analysis uncovered key strengths—such as high fulfillment rates, stable procurement activity, balanced warehouse distribution, and strong delivery performance—demonstrating a solid operational foundation. At the same time, it highlighted critical risks, including supplier quality inconsistencies, spend concentration, and seasonal fluctuations in both inbound stock and shipment volumes. These insights expose opportunities for cost optimization, supplier diversification, and improved demand planning.</a:t>
            </a:r>
          </a:p>
          <a:p>
            <a:endParaRPr lang="en-US" dirty="0"/>
          </a:p>
          <a:p>
            <a:r>
              <a:rPr lang="en-US" b="1" dirty="0"/>
              <a:t>As a result, the organization now has a powerful decision‑support tool that enhances transparency, strengthens planning accuracy, and enables proactive management of procurement, inventory, and logistics operations. This unified analytical framework supports data‑driven decision‑making, improves cross‑functional alignment, and drives strategic improvements across the entire supply chain ecosystem.</a:t>
            </a:r>
            <a:endParaRPr lang="en-US" dirty="0"/>
          </a:p>
          <a:p>
            <a:pPr lvl="0" eaLnBrk="0" fontAlgn="base" hangingPunct="0">
              <a:spcBef>
                <a:spcPct val="0"/>
              </a:spcBef>
              <a:spcAft>
                <a:spcPct val="0"/>
              </a:spcAft>
            </a:pPr>
            <a:endParaRPr kumimoji="0" lang="en-UG" altLang="en-UG"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675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51D9C5-2D3F-90D7-FC28-FCE348551D93}"/>
              </a:ext>
            </a:extLst>
          </p:cNvPr>
          <p:cNvSpPr txBox="1"/>
          <p:nvPr/>
        </p:nvSpPr>
        <p:spPr>
          <a:xfrm>
            <a:off x="3820887" y="555562"/>
            <a:ext cx="6096000" cy="461665"/>
          </a:xfrm>
          <a:prstGeom prst="rect">
            <a:avLst/>
          </a:prstGeom>
          <a:noFill/>
        </p:spPr>
        <p:txBody>
          <a:bodyPr wrap="square">
            <a:spAutoFit/>
          </a:bodyPr>
          <a:lstStyle/>
          <a:p>
            <a:pPr algn="ctr">
              <a:buNone/>
            </a:pPr>
            <a:r>
              <a:rPr lang="en-US" sz="2400" b="1" dirty="0"/>
              <a:t>TOOLS &amp; TECHNIQUES</a:t>
            </a:r>
          </a:p>
        </p:txBody>
      </p:sp>
      <p:graphicFrame>
        <p:nvGraphicFramePr>
          <p:cNvPr id="7" name="TextBox 2">
            <a:extLst>
              <a:ext uri="{FF2B5EF4-FFF2-40B4-BE49-F238E27FC236}">
                <a16:creationId xmlns:a16="http://schemas.microsoft.com/office/drawing/2014/main" id="{8420D652-201E-070F-2C39-63137C3F5C9A}"/>
              </a:ext>
            </a:extLst>
          </p:cNvPr>
          <p:cNvGraphicFramePr/>
          <p:nvPr>
            <p:extLst>
              <p:ext uri="{D42A27DB-BD31-4B8C-83A1-F6EECF244321}">
                <p14:modId xmlns:p14="http://schemas.microsoft.com/office/powerpoint/2010/main" val="3391845788"/>
              </p:ext>
            </p:extLst>
          </p:nvPr>
        </p:nvGraphicFramePr>
        <p:xfrm>
          <a:off x="1306286" y="1219200"/>
          <a:ext cx="9829800" cy="41039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871D6698-6956-F1F8-185A-02CFBBB2ECAF}"/>
              </a:ext>
            </a:extLst>
          </p:cNvPr>
          <p:cNvSpPr txBox="1"/>
          <p:nvPr/>
        </p:nvSpPr>
        <p:spPr>
          <a:xfrm>
            <a:off x="1665514" y="5138057"/>
            <a:ext cx="7413172" cy="738664"/>
          </a:xfrm>
          <a:prstGeom prst="rect">
            <a:avLst/>
          </a:prstGeom>
          <a:noFill/>
        </p:spPr>
        <p:txBody>
          <a:bodyPr wrap="square" rtlCol="0">
            <a:spAutoFit/>
          </a:bodyPr>
          <a:lstStyle/>
          <a:p>
            <a:pPr algn="ctr"/>
            <a:r>
              <a:rPr lang="en-US" altLang="en-UG" sz="2400" dirty="0">
                <a:latin typeface="Arial" panose="020B0604020202020204" pitchFamily="34" charset="0"/>
                <a:hlinkClick r:id="rId7"/>
              </a:rPr>
              <a:t>Open Interactive dashboard here </a:t>
            </a:r>
            <a:endParaRPr lang="en-UG" altLang="en-UG" sz="2400" dirty="0">
              <a:latin typeface="Arial" panose="020B0604020202020204" pitchFamily="34" charset="0"/>
            </a:endParaRPr>
          </a:p>
          <a:p>
            <a:endParaRPr lang="en-UG" dirty="0"/>
          </a:p>
        </p:txBody>
      </p:sp>
    </p:spTree>
    <p:extLst>
      <p:ext uri="{BB962C8B-B14F-4D97-AF65-F5344CB8AC3E}">
        <p14:creationId xmlns:p14="http://schemas.microsoft.com/office/powerpoint/2010/main" val="2282743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E15F88B-4112-1354-108C-04332EE6296C}"/>
              </a:ext>
            </a:extLst>
          </p:cNvPr>
          <p:cNvSpPr txBox="1">
            <a:spLocks/>
          </p:cNvSpPr>
          <p:nvPr/>
        </p:nvSpPr>
        <p:spPr>
          <a:xfrm>
            <a:off x="1926770" y="501196"/>
            <a:ext cx="7837715" cy="690789"/>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CONCLUSION</a:t>
            </a:r>
            <a:endParaRPr lang="en-UG" dirty="0"/>
          </a:p>
        </p:txBody>
      </p:sp>
      <p:sp>
        <p:nvSpPr>
          <p:cNvPr id="10" name="TextBox 9">
            <a:extLst>
              <a:ext uri="{FF2B5EF4-FFF2-40B4-BE49-F238E27FC236}">
                <a16:creationId xmlns:a16="http://schemas.microsoft.com/office/drawing/2014/main" id="{9EBF0FA5-6381-82F3-99BD-5F5A68A24A8F}"/>
              </a:ext>
            </a:extLst>
          </p:cNvPr>
          <p:cNvSpPr txBox="1"/>
          <p:nvPr/>
        </p:nvSpPr>
        <p:spPr>
          <a:xfrm>
            <a:off x="1208314" y="1328057"/>
            <a:ext cx="9427029" cy="4524315"/>
          </a:xfrm>
          <a:prstGeom prst="rect">
            <a:avLst/>
          </a:prstGeom>
          <a:noFill/>
        </p:spPr>
        <p:txBody>
          <a:bodyPr wrap="square" rtlCol="0">
            <a:spAutoFit/>
          </a:bodyPr>
          <a:lstStyle/>
          <a:p>
            <a:r>
              <a:rPr lang="en-US" dirty="0"/>
              <a:t>This project demonstrates my ability to deliver </a:t>
            </a:r>
            <a:r>
              <a:rPr lang="en-US" b="1" dirty="0"/>
              <a:t>end-to-end supply chain intelligence</a:t>
            </a:r>
            <a:r>
              <a:rPr lang="en-US" dirty="0"/>
              <a:t> by transforming raw operational data into clear, decision-ready insights. Through integrated analysis across procurement, inventory, logistics, and fulfillment, the project shows how data can be used to uncover inefficiencies, manage risk, and support informed business decisions.</a:t>
            </a:r>
          </a:p>
          <a:p>
            <a:endParaRPr lang="en-US" dirty="0"/>
          </a:p>
          <a:p>
            <a:r>
              <a:rPr lang="en-US" dirty="0"/>
              <a:t>The dashboards and insights are designed to serve </a:t>
            </a:r>
            <a:r>
              <a:rPr lang="en-US" b="1" dirty="0"/>
              <a:t>cross-functional stakeholders</a:t>
            </a:r>
            <a:r>
              <a:rPr lang="en-US" dirty="0"/>
              <a:t>, enabling leadership to evaluate performance, identify improvement opportunities, and align operational actions with strategic objectives. </a:t>
            </a:r>
          </a:p>
          <a:p>
            <a:endParaRPr lang="en-US" dirty="0"/>
          </a:p>
          <a:p>
            <a:r>
              <a:rPr lang="en-US" dirty="0"/>
              <a:t>The project reflects a strong understanding of how analytics supports real-world supply chain operations.</a:t>
            </a:r>
          </a:p>
          <a:p>
            <a:endParaRPr lang="en-US" dirty="0"/>
          </a:p>
          <a:p>
            <a:r>
              <a:rPr lang="en-US" dirty="0"/>
              <a:t>Overall, this work showcases my capability to build </a:t>
            </a:r>
            <a:r>
              <a:rPr lang="en-US" b="1" dirty="0"/>
              <a:t>scalable, remote-ready analytical solutions</a:t>
            </a:r>
            <a:r>
              <a:rPr lang="en-US" dirty="0"/>
              <a:t> that support data-driven decision-making in complex, multi-stakeholder environments.</a:t>
            </a:r>
          </a:p>
          <a:p>
            <a:endParaRPr lang="en-UG" dirty="0"/>
          </a:p>
        </p:txBody>
      </p:sp>
    </p:spTree>
    <p:extLst>
      <p:ext uri="{BB962C8B-B14F-4D97-AF65-F5344CB8AC3E}">
        <p14:creationId xmlns:p14="http://schemas.microsoft.com/office/powerpoint/2010/main" val="639110677"/>
      </p:ext>
    </p:extLst>
  </p:cSld>
  <p:clrMapOvr>
    <a:masterClrMapping/>
  </p:clrMapOvr>
</p:sld>
</file>

<file path=ppt/theme/theme1.xml><?xml version="1.0" encoding="utf-8"?>
<a:theme xmlns:a="http://schemas.openxmlformats.org/drawingml/2006/main" name="Wisp">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1477</TotalTime>
  <Words>2420</Words>
  <Application>Microsoft Office PowerPoint</Application>
  <PresentationFormat>Widescreen</PresentationFormat>
  <Paragraphs>174</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Century Gothic</vt:lpstr>
      <vt:lpstr>Courier New</vt:lpstr>
      <vt:lpstr>Wingdings 3</vt:lpstr>
      <vt:lpstr>Wisp</vt:lpstr>
      <vt:lpstr>PROJECT TITLE: SUPPLY CHAIN INTELLIGENCE.  End-to-End Analysis from Sourcing to Delivery (FY 2025) </vt:lpstr>
      <vt:lpstr>EXECUTIVE 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Josephine Namyalo</dc:creator>
  <cp:lastModifiedBy>Josephine Namyalo</cp:lastModifiedBy>
  <cp:revision>1</cp:revision>
  <dcterms:created xsi:type="dcterms:W3CDTF">2025-12-29T22:02:03Z</dcterms:created>
  <dcterms:modified xsi:type="dcterms:W3CDTF">2026-01-02T14:12:23Z</dcterms:modified>
</cp:coreProperties>
</file>